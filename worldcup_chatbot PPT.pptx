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15" roundtripDataSignature="AMtx7mijwark7jaGurniLdqfPy4FRuoYO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customschemas.google.com/relationships/presentationmetadata" Target="metadata"/><Relationship Id="rId14" Type="http://schemas.openxmlformats.org/officeDocument/2006/relationships/slide" Target="slides/slide8.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7" name="Google Shape;357;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Hey everyone, we're Group 8. We built a chatbot that lets you ask questions about World Cup history and get match predictions backed by real data.</a:t>
            </a:r>
            <a:endParaRPr/>
          </a:p>
        </p:txBody>
      </p:sp>
      <p:sp>
        <p:nvSpPr>
          <p:cNvPr id="358" name="Google Shape;358;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0" name="Google Shape;370;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The idea was pretty simple. World Cup data is out there but it's all in spreadsheets and random websites. We wanted something where you just type a question and get a real answer with numbers behind it, not just an LLM making stuff up.</a:t>
            </a:r>
            <a:endParaRPr/>
          </a:p>
        </p:txBody>
      </p:sp>
      <p:sp>
        <p:nvSpPr>
          <p:cNvPr id="371" name="Google Shape;371;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9" name="Google Shape;389;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Arial"/>
                <a:ea typeface="Arial"/>
                <a:cs typeface="Arial"/>
                <a:sym typeface="Arial"/>
              </a:rPr>
              <a:t>We have 6 tools and the agent picks which ones to use on its own. If you ask about history, it searches the vector database. If you ask for a prediction, it runs head-to-head stats first, then passes that into the report generator. The memory piece means if you tell it your favorite team, it remembers that for the next question.</a:t>
            </a:r>
            <a:endParaRPr/>
          </a:p>
        </p:txBody>
      </p:sp>
      <p:sp>
        <p:nvSpPr>
          <p:cNvPr id="390" name="Google Shape;390;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4" name="Google Shape;404;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Arial"/>
                <a:ea typeface="Arial"/>
                <a:cs typeface="Arial"/>
                <a:sym typeface="Arial"/>
              </a:rPr>
              <a:t>We pulled about 49,000 international match results and filtered down to 964 actual World Cup matches from 1930 to 2022. Each match gets turned into a sentence describing who played, the score, and where it happened. Those get embedded and stored in FAISS so the agent can search through them. The whole thing downloads automatically and caches itself.</a:t>
            </a:r>
            <a:endParaRPr/>
          </a:p>
        </p:txBody>
      </p:sp>
      <p:sp>
        <p:nvSpPr>
          <p:cNvPr id="405" name="Google Shape;405;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3" name="Google Shape;423;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Arial"/>
                <a:ea typeface="Arial"/>
                <a:cs typeface="Arial"/>
                <a:sym typeface="Arial"/>
              </a:rPr>
              <a:t>So here's the first test. We ask what data is available and the agent calls two tools — discovery and ingestion — and gives us the breakdown. Then we ask about the 2014 final and it actually pulls the match record from the vector database. Germany beat Argentina 1-0 in Rio. This isn't the LLM guessing — it's pulling from real stored data.</a:t>
            </a:r>
            <a:endParaRPr/>
          </a:p>
        </p:txBody>
      </p:sp>
      <p:sp>
        <p:nvSpPr>
          <p:cNvPr id="424" name="Google Shape;424;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6" name="Google Shape;436;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Arial"/>
                <a:ea typeface="Arial"/>
                <a:cs typeface="Arial"/>
                <a:sym typeface="Arial"/>
              </a:rPr>
              <a:t>This is the prediction test. We ask for Brazil vs Germany and the agent runs head-to-head analysis, checks recent form, and gives us a structured prediction with a confidence level. It even lists what the data can't tell us. Then for the memory test — I tell it my favorite team is Argentina, and in the next message I just say 'my team' and it knows I mean Argentina. It runs the full prediction for Argentina vs France.</a:t>
            </a:r>
            <a:endParaRPr/>
          </a:p>
        </p:txBody>
      </p:sp>
      <p:sp>
        <p:nvSpPr>
          <p:cNvPr id="437" name="Google Shape;437;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3" name="Google Shape;453;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We also added interactive charts showing goals for and against across every World Cup. These are for Brazil, Argentina, and Germany. You can see that spike in Germany's 2014 goals against — that's the 7-1 against Brazil. We also built a Streamlit app, though the Gemini free tier made it slow for live demo, so we included it as app.py in the submission.</a:t>
            </a:r>
            <a:endParaRPr/>
          </a:p>
        </p:txBody>
      </p:sp>
      <p:sp>
        <p:nvSpPr>
          <p:cNvPr id="454" name="Google Shape;454;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7" name="Google Shape;49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A few honest limitations — we don't have player data, so injuries and current form aren't factored in. And the free Gemini tier only gives 5 requests per minute which slowed things down. But what we took away from this is that the ReAct pattern works really well for routing different types of questions to different tools, and RAG keeps the answers honest. Thanks — happy to take any questions.</a:t>
            </a:r>
            <a:endParaRPr/>
          </a:p>
        </p:txBody>
      </p:sp>
      <p:sp>
        <p:nvSpPr>
          <p:cNvPr id="498" name="Google Shape;498;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 name="Shape 11"/>
        <p:cNvGrpSpPr/>
        <p:nvPr/>
      </p:nvGrpSpPr>
      <p:grpSpPr>
        <a:xfrm>
          <a:off x="0" y="0"/>
          <a:ext cx="0" cy="0"/>
          <a:chOff x="0" y="0"/>
          <a:chExt cx="0" cy="0"/>
        </a:xfrm>
      </p:grpSpPr>
      <p:grpSp>
        <p:nvGrpSpPr>
          <p:cNvPr id="12" name="Google Shape;12;p10"/>
          <p:cNvGrpSpPr/>
          <p:nvPr/>
        </p:nvGrpSpPr>
        <p:grpSpPr>
          <a:xfrm>
            <a:off x="-286226" y="0"/>
            <a:ext cx="9421759" cy="6858001"/>
            <a:chOff x="1243013" y="0"/>
            <a:chExt cx="9402763" cy="6858001"/>
          </a:xfrm>
        </p:grpSpPr>
        <p:sp>
          <p:nvSpPr>
            <p:cNvPr id="13" name="Google Shape;13;p10"/>
            <p:cNvSpPr/>
            <p:nvPr/>
          </p:nvSpPr>
          <p:spPr>
            <a:xfrm>
              <a:off x="2289175" y="0"/>
              <a:ext cx="3867150" cy="6848475"/>
            </a:xfrm>
            <a:custGeom>
              <a:rect b="b" l="l" r="r" t="t"/>
              <a:pathLst>
                <a:path extrusionOk="0" h="1440" w="813">
                  <a:moveTo>
                    <a:pt x="813" y="0"/>
                  </a:moveTo>
                  <a:cubicBezTo>
                    <a:pt x="331" y="221"/>
                    <a:pt x="0" y="1039"/>
                    <a:pt x="43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10"/>
            <p:cNvSpPr/>
            <p:nvPr/>
          </p:nvSpPr>
          <p:spPr>
            <a:xfrm>
              <a:off x="9604375" y="9525"/>
              <a:ext cx="1041400" cy="328613"/>
            </a:xfrm>
            <a:custGeom>
              <a:rect b="b" l="l" r="r" t="t"/>
              <a:pathLst>
                <a:path extrusionOk="0" h="69" w="219">
                  <a:moveTo>
                    <a:pt x="219" y="69"/>
                  </a:moveTo>
                  <a:cubicBezTo>
                    <a:pt x="147" y="41"/>
                    <a:pt x="71" y="19"/>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10"/>
            <p:cNvSpPr/>
            <p:nvPr/>
          </p:nvSpPr>
          <p:spPr>
            <a:xfrm>
              <a:off x="9223375" y="5578475"/>
              <a:ext cx="1422400" cy="1270000"/>
            </a:xfrm>
            <a:custGeom>
              <a:rect b="b" l="l" r="r" t="t"/>
              <a:pathLst>
                <a:path extrusionOk="0" h="267" w="299">
                  <a:moveTo>
                    <a:pt x="0" y="267"/>
                  </a:moveTo>
                  <a:cubicBezTo>
                    <a:pt x="105" y="186"/>
                    <a:pt x="206" y="96"/>
                    <a:pt x="299"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0"/>
            <p:cNvSpPr/>
            <p:nvPr/>
          </p:nvSpPr>
          <p:spPr>
            <a:xfrm>
              <a:off x="2103438" y="0"/>
              <a:ext cx="3681413" cy="6848475"/>
            </a:xfrm>
            <a:custGeom>
              <a:rect b="b" l="l" r="r" t="t"/>
              <a:pathLst>
                <a:path extrusionOk="0" h="1440" w="774">
                  <a:moveTo>
                    <a:pt x="774" y="0"/>
                  </a:moveTo>
                  <a:cubicBezTo>
                    <a:pt x="312" y="240"/>
                    <a:pt x="0" y="1034"/>
                    <a:pt x="411" y="144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0"/>
            <p:cNvSpPr/>
            <p:nvPr/>
          </p:nvSpPr>
          <p:spPr>
            <a:xfrm>
              <a:off x="10179050" y="9525"/>
              <a:ext cx="466725" cy="157163"/>
            </a:xfrm>
            <a:custGeom>
              <a:rect b="b" l="l" r="r" t="t"/>
              <a:pathLst>
                <a:path extrusionOk="0" h="33" w="98">
                  <a:moveTo>
                    <a:pt x="98" y="33"/>
                  </a:moveTo>
                  <a:cubicBezTo>
                    <a:pt x="65" y="21"/>
                    <a:pt x="33" y="10"/>
                    <a:pt x="0"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0"/>
            <p:cNvSpPr/>
            <p:nvPr/>
          </p:nvSpPr>
          <p:spPr>
            <a:xfrm>
              <a:off x="9471025" y="5811838"/>
              <a:ext cx="1174750" cy="1046163"/>
            </a:xfrm>
            <a:custGeom>
              <a:rect b="b" l="l" r="r" t="t"/>
              <a:pathLst>
                <a:path extrusionOk="0" h="220" w="247">
                  <a:moveTo>
                    <a:pt x="0" y="220"/>
                  </a:moveTo>
                  <a:cubicBezTo>
                    <a:pt x="86" y="152"/>
                    <a:pt x="169" y="78"/>
                    <a:pt x="247"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0"/>
            <p:cNvSpPr/>
            <p:nvPr/>
          </p:nvSpPr>
          <p:spPr>
            <a:xfrm>
              <a:off x="1985963" y="0"/>
              <a:ext cx="3622675" cy="6848475"/>
            </a:xfrm>
            <a:custGeom>
              <a:rect b="b" l="l" r="r" t="t"/>
              <a:pathLst>
                <a:path extrusionOk="0" h="1440" w="762">
                  <a:moveTo>
                    <a:pt x="762" y="0"/>
                  </a:moveTo>
                  <a:cubicBezTo>
                    <a:pt x="308" y="245"/>
                    <a:pt x="0" y="1033"/>
                    <a:pt x="403"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0"/>
            <p:cNvSpPr/>
            <p:nvPr/>
          </p:nvSpPr>
          <p:spPr>
            <a:xfrm>
              <a:off x="10479088" y="9525"/>
              <a:ext cx="166688" cy="57150"/>
            </a:xfrm>
            <a:custGeom>
              <a:rect b="b" l="l" r="r" t="t"/>
              <a:pathLst>
                <a:path extrusionOk="0" h="12" w="35">
                  <a:moveTo>
                    <a:pt x="35" y="12"/>
                  </a:moveTo>
                  <a:cubicBezTo>
                    <a:pt x="23" y="8"/>
                    <a:pt x="12" y="4"/>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10"/>
            <p:cNvSpPr/>
            <p:nvPr/>
          </p:nvSpPr>
          <p:spPr>
            <a:xfrm>
              <a:off x="9618663" y="5940425"/>
              <a:ext cx="1027113" cy="908050"/>
            </a:xfrm>
            <a:custGeom>
              <a:rect b="b" l="l" r="r" t="t"/>
              <a:pathLst>
                <a:path extrusionOk="0" h="191" w="216">
                  <a:moveTo>
                    <a:pt x="0" y="191"/>
                  </a:moveTo>
                  <a:cubicBezTo>
                    <a:pt x="75" y="131"/>
                    <a:pt x="147" y="67"/>
                    <a:pt x="216"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10"/>
            <p:cNvSpPr/>
            <p:nvPr/>
          </p:nvSpPr>
          <p:spPr>
            <a:xfrm>
              <a:off x="1985963" y="0"/>
              <a:ext cx="3248025" cy="6848475"/>
            </a:xfrm>
            <a:custGeom>
              <a:rect b="b" l="l" r="r" t="t"/>
              <a:pathLst>
                <a:path extrusionOk="0" h="1440" w="683">
                  <a:moveTo>
                    <a:pt x="683" y="0"/>
                  </a:moveTo>
                  <a:cubicBezTo>
                    <a:pt x="258" y="256"/>
                    <a:pt x="0" y="1041"/>
                    <a:pt x="35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10"/>
            <p:cNvSpPr/>
            <p:nvPr/>
          </p:nvSpPr>
          <p:spPr>
            <a:xfrm>
              <a:off x="9780588" y="6054725"/>
              <a:ext cx="865188" cy="793750"/>
            </a:xfrm>
            <a:custGeom>
              <a:rect b="b" l="l" r="r" t="t"/>
              <a:pathLst>
                <a:path extrusionOk="0" h="167" w="182">
                  <a:moveTo>
                    <a:pt x="0" y="167"/>
                  </a:moveTo>
                  <a:cubicBezTo>
                    <a:pt x="63" y="114"/>
                    <a:pt x="123" y="58"/>
                    <a:pt x="182"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10"/>
            <p:cNvSpPr/>
            <p:nvPr/>
          </p:nvSpPr>
          <p:spPr>
            <a:xfrm>
              <a:off x="1871663" y="0"/>
              <a:ext cx="3233738" cy="6848475"/>
            </a:xfrm>
            <a:custGeom>
              <a:rect b="b" l="l" r="r" t="t"/>
              <a:pathLst>
                <a:path extrusionOk="0" h="1440" w="680">
                  <a:moveTo>
                    <a:pt x="680" y="0"/>
                  </a:moveTo>
                  <a:cubicBezTo>
                    <a:pt x="257" y="265"/>
                    <a:pt x="0" y="1026"/>
                    <a:pt x="337"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10"/>
            <p:cNvSpPr/>
            <p:nvPr/>
          </p:nvSpPr>
          <p:spPr>
            <a:xfrm>
              <a:off x="9956800" y="6216650"/>
              <a:ext cx="688975" cy="631825"/>
            </a:xfrm>
            <a:custGeom>
              <a:rect b="b" l="l" r="r" t="t"/>
              <a:pathLst>
                <a:path extrusionOk="0" h="133" w="145">
                  <a:moveTo>
                    <a:pt x="0" y="133"/>
                  </a:moveTo>
                  <a:cubicBezTo>
                    <a:pt x="50" y="90"/>
                    <a:pt x="98" y="46"/>
                    <a:pt x="145"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10"/>
            <p:cNvSpPr/>
            <p:nvPr/>
          </p:nvSpPr>
          <p:spPr>
            <a:xfrm>
              <a:off x="1466850" y="0"/>
              <a:ext cx="3424238" cy="6848475"/>
            </a:xfrm>
            <a:custGeom>
              <a:rect b="b" l="l" r="r" t="t"/>
              <a:pathLst>
                <a:path extrusionOk="0" h="1440" w="720">
                  <a:moveTo>
                    <a:pt x="720" y="0"/>
                  </a:moveTo>
                  <a:cubicBezTo>
                    <a:pt x="316" y="282"/>
                    <a:pt x="0" y="1018"/>
                    <a:pt x="362"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10"/>
            <p:cNvSpPr/>
            <p:nvPr/>
          </p:nvSpPr>
          <p:spPr>
            <a:xfrm>
              <a:off x="10264775" y="6519863"/>
              <a:ext cx="381000" cy="328613"/>
            </a:xfrm>
            <a:custGeom>
              <a:rect b="b" l="l" r="r" t="t"/>
              <a:pathLst>
                <a:path extrusionOk="0" h="69" w="80">
                  <a:moveTo>
                    <a:pt x="0" y="69"/>
                  </a:moveTo>
                  <a:cubicBezTo>
                    <a:pt x="27" y="47"/>
                    <a:pt x="53" y="24"/>
                    <a:pt x="8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10"/>
            <p:cNvSpPr/>
            <p:nvPr/>
          </p:nvSpPr>
          <p:spPr>
            <a:xfrm>
              <a:off x="1581150" y="0"/>
              <a:ext cx="2720975" cy="6848475"/>
            </a:xfrm>
            <a:custGeom>
              <a:rect b="b" l="l" r="r" t="t"/>
              <a:pathLst>
                <a:path extrusionOk="0" h="1440" w="572">
                  <a:moveTo>
                    <a:pt x="572" y="0"/>
                  </a:moveTo>
                  <a:cubicBezTo>
                    <a:pt x="213" y="320"/>
                    <a:pt x="0" y="979"/>
                    <a:pt x="164" y="1440"/>
                  </a:cubicBezTo>
                </a:path>
              </a:pathLst>
            </a:custGeom>
            <a:noFill/>
            <a:ln cap="flat" cmpd="sng" w="12700">
              <a:solidFill>
                <a:schemeClr val="dk1">
                  <a:alpha val="20000"/>
                </a:schemeClr>
              </a:solidFill>
              <a:prstDash val="dashDot"/>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10"/>
            <p:cNvSpPr/>
            <p:nvPr/>
          </p:nvSpPr>
          <p:spPr>
            <a:xfrm>
              <a:off x="1243013" y="0"/>
              <a:ext cx="2949575" cy="6848475"/>
            </a:xfrm>
            <a:custGeom>
              <a:rect b="b" l="l" r="r" t="t"/>
              <a:pathLst>
                <a:path extrusionOk="0" h="1440" w="620">
                  <a:moveTo>
                    <a:pt x="620" y="0"/>
                  </a:moveTo>
                  <a:cubicBezTo>
                    <a:pt x="248" y="325"/>
                    <a:pt x="0" y="960"/>
                    <a:pt x="186" y="1440"/>
                  </a:cubicBezTo>
                </a:path>
              </a:pathLst>
            </a:custGeom>
            <a:noFill/>
            <a:ln cap="flat" cmpd="sng" w="9525">
              <a:solidFill>
                <a:schemeClr val="dk1">
                  <a:alpha val="20000"/>
                </a:schemeClr>
              </a:solidFill>
              <a:prstDash val="lg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10"/>
            <p:cNvSpPr/>
            <p:nvPr/>
          </p:nvSpPr>
          <p:spPr>
            <a:xfrm>
              <a:off x="1524000" y="0"/>
              <a:ext cx="1446213" cy="2030413"/>
            </a:xfrm>
            <a:custGeom>
              <a:rect b="b" l="l" r="r" t="t"/>
              <a:pathLst>
                <a:path extrusionOk="0" h="427" w="304">
                  <a:moveTo>
                    <a:pt x="304" y="0"/>
                  </a:moveTo>
                  <a:cubicBezTo>
                    <a:pt x="170" y="120"/>
                    <a:pt x="69" y="267"/>
                    <a:pt x="0" y="427"/>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10"/>
            <p:cNvSpPr/>
            <p:nvPr/>
          </p:nvSpPr>
          <p:spPr>
            <a:xfrm>
              <a:off x="1524000" y="9525"/>
              <a:ext cx="1246188" cy="1641475"/>
            </a:xfrm>
            <a:custGeom>
              <a:rect b="b" l="l" r="r" t="t"/>
              <a:pathLst>
                <a:path extrusionOk="0" h="345" w="262">
                  <a:moveTo>
                    <a:pt x="262" y="0"/>
                  </a:moveTo>
                  <a:cubicBezTo>
                    <a:pt x="152" y="102"/>
                    <a:pt x="65" y="217"/>
                    <a:pt x="0" y="345"/>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10"/>
            <p:cNvSpPr/>
            <p:nvPr/>
          </p:nvSpPr>
          <p:spPr>
            <a:xfrm>
              <a:off x="1524000" y="0"/>
              <a:ext cx="1036638" cy="1212850"/>
            </a:xfrm>
            <a:custGeom>
              <a:rect b="b" l="l" r="r" t="t"/>
              <a:pathLst>
                <a:path extrusionOk="0" h="255" w="218">
                  <a:moveTo>
                    <a:pt x="218" y="0"/>
                  </a:moveTo>
                  <a:cubicBezTo>
                    <a:pt x="137" y="77"/>
                    <a:pt x="62" y="162"/>
                    <a:pt x="0" y="255"/>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 name="Google Shape;33;p10"/>
          <p:cNvGrpSpPr/>
          <p:nvPr/>
        </p:nvGrpSpPr>
        <p:grpSpPr>
          <a:xfrm>
            <a:off x="640080" y="1699589"/>
            <a:ext cx="3286552" cy="3470421"/>
            <a:chOff x="640080" y="1699589"/>
            <a:chExt cx="3286552" cy="3470421"/>
          </a:xfrm>
        </p:grpSpPr>
        <p:sp>
          <p:nvSpPr>
            <p:cNvPr id="34" name="Google Shape;34;p10"/>
            <p:cNvSpPr/>
            <p:nvPr/>
          </p:nvSpPr>
          <p:spPr>
            <a:xfrm>
              <a:off x="644453" y="1699589"/>
              <a:ext cx="3277806" cy="50292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10"/>
            <p:cNvSpPr/>
            <p:nvPr/>
          </p:nvSpPr>
          <p:spPr>
            <a:xfrm rot="10800000">
              <a:off x="2125363" y="4897607"/>
              <a:ext cx="315988" cy="272403"/>
            </a:xfrm>
            <a:prstGeom prst="triangl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10"/>
            <p:cNvSpPr/>
            <p:nvPr/>
          </p:nvSpPr>
          <p:spPr>
            <a:xfrm>
              <a:off x="640080" y="2275661"/>
              <a:ext cx="3286552" cy="262432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 name="Google Shape;37;p10"/>
          <p:cNvSpPr txBox="1"/>
          <p:nvPr>
            <p:ph type="title"/>
          </p:nvPr>
        </p:nvSpPr>
        <p:spPr>
          <a:xfrm>
            <a:off x="725554" y="2349924"/>
            <a:ext cx="3112048" cy="2464952"/>
          </a:xfrm>
          <a:prstGeom prst="rect">
            <a:avLst/>
          </a:prstGeom>
          <a:noFill/>
          <a:ln>
            <a:noFill/>
          </a:ln>
        </p:spPr>
        <p:txBody>
          <a:bodyPr anchorCtr="0" anchor="ctr" bIns="228600" lIns="228600" spcFirstLastPara="1" rIns="228600" wrap="square" tIns="228600">
            <a:normAutofit/>
          </a:bodyPr>
          <a:lstStyle>
            <a:lvl1pPr lvl="0" algn="ctr">
              <a:lnSpc>
                <a:spcPct val="85000"/>
              </a:lnSpc>
              <a:spcBef>
                <a:spcPts val="0"/>
              </a:spcBef>
              <a:spcAft>
                <a:spcPts val="0"/>
              </a:spcAft>
              <a:buClr>
                <a:srgbClr val="FFFEFF"/>
              </a:buClr>
              <a:buSzPts val="3200"/>
              <a:buFont typeface="Calibri"/>
              <a:buNone/>
              <a:defRPr>
                <a:solidFill>
                  <a:srgbClr val="FFFE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0"/>
          <p:cNvSpPr txBox="1"/>
          <p:nvPr>
            <p:ph idx="1" type="body"/>
          </p:nvPr>
        </p:nvSpPr>
        <p:spPr>
          <a:xfrm>
            <a:off x="4415687" y="803186"/>
            <a:ext cx="4091410" cy="5248622"/>
          </a:xfrm>
          <a:prstGeom prst="rect">
            <a:avLst/>
          </a:prstGeom>
          <a:noFill/>
          <a:ln>
            <a:noFill/>
          </a:ln>
        </p:spPr>
        <p:txBody>
          <a:bodyPr anchorCtr="0" anchor="ctr" bIns="45700" lIns="91425" spcFirstLastPara="1" rIns="91425" wrap="square" tIns="45700">
            <a:normAutofit/>
          </a:bodyPr>
          <a:lstStyle>
            <a:lvl1pPr indent="-354330" lvl="0" marL="457200" algn="l">
              <a:lnSpc>
                <a:spcPct val="120000"/>
              </a:lnSpc>
              <a:spcBef>
                <a:spcPts val="750"/>
              </a:spcBef>
              <a:spcAft>
                <a:spcPts val="0"/>
              </a:spcAft>
              <a:buSzPts val="1980"/>
              <a:buChar char="▪"/>
              <a:defRPr/>
            </a:lvl1pPr>
            <a:lvl2pPr indent="-354330" lvl="1" marL="914400" algn="l">
              <a:lnSpc>
                <a:spcPct val="120000"/>
              </a:lnSpc>
              <a:spcBef>
                <a:spcPts val="375"/>
              </a:spcBef>
              <a:spcAft>
                <a:spcPts val="0"/>
              </a:spcAft>
              <a:buSzPts val="1980"/>
              <a:buChar char="▪"/>
              <a:defRPr/>
            </a:lvl2pPr>
            <a:lvl3pPr indent="-354330" lvl="2" marL="1371600" algn="l">
              <a:lnSpc>
                <a:spcPct val="120000"/>
              </a:lnSpc>
              <a:spcBef>
                <a:spcPts val="375"/>
              </a:spcBef>
              <a:spcAft>
                <a:spcPts val="0"/>
              </a:spcAft>
              <a:buSzPts val="1980"/>
              <a:buChar char="▪"/>
              <a:defRPr/>
            </a:lvl3pPr>
            <a:lvl4pPr indent="-354330" lvl="3" marL="1828800" algn="l">
              <a:lnSpc>
                <a:spcPct val="120000"/>
              </a:lnSpc>
              <a:spcBef>
                <a:spcPts val="375"/>
              </a:spcBef>
              <a:spcAft>
                <a:spcPts val="0"/>
              </a:spcAft>
              <a:buSzPts val="1980"/>
              <a:buChar char="▪"/>
              <a:defRPr/>
            </a:lvl4pPr>
            <a:lvl5pPr indent="-354329" lvl="4" marL="2286000" algn="l">
              <a:lnSpc>
                <a:spcPct val="120000"/>
              </a:lnSpc>
              <a:spcBef>
                <a:spcPts val="375"/>
              </a:spcBef>
              <a:spcAft>
                <a:spcPts val="0"/>
              </a:spcAft>
              <a:buSzPts val="1980"/>
              <a:buChar char="▪"/>
              <a:defRPr/>
            </a:lvl5pPr>
            <a:lvl6pPr indent="-354329" lvl="5" marL="2743200" algn="l">
              <a:lnSpc>
                <a:spcPct val="120000"/>
              </a:lnSpc>
              <a:spcBef>
                <a:spcPts val="375"/>
              </a:spcBef>
              <a:spcAft>
                <a:spcPts val="0"/>
              </a:spcAft>
              <a:buSzPts val="1980"/>
              <a:buChar char="▪"/>
              <a:defRPr/>
            </a:lvl6pPr>
            <a:lvl7pPr indent="-354329" lvl="6" marL="3200400" algn="l">
              <a:lnSpc>
                <a:spcPct val="120000"/>
              </a:lnSpc>
              <a:spcBef>
                <a:spcPts val="375"/>
              </a:spcBef>
              <a:spcAft>
                <a:spcPts val="0"/>
              </a:spcAft>
              <a:buSzPts val="1980"/>
              <a:buChar char="▪"/>
              <a:defRPr/>
            </a:lvl7pPr>
            <a:lvl8pPr indent="-354329" lvl="7" marL="3657600" algn="l">
              <a:lnSpc>
                <a:spcPct val="120000"/>
              </a:lnSpc>
              <a:spcBef>
                <a:spcPts val="375"/>
              </a:spcBef>
              <a:spcAft>
                <a:spcPts val="0"/>
              </a:spcAft>
              <a:buSzPts val="1980"/>
              <a:buChar char="▪"/>
              <a:defRPr/>
            </a:lvl8pPr>
            <a:lvl9pPr indent="-354329" lvl="8" marL="4114800" algn="l">
              <a:lnSpc>
                <a:spcPct val="120000"/>
              </a:lnSpc>
              <a:spcBef>
                <a:spcPts val="375"/>
              </a:spcBef>
              <a:spcAft>
                <a:spcPts val="0"/>
              </a:spcAft>
              <a:buSzPts val="1980"/>
              <a:buChar char="▪"/>
              <a:defRPr/>
            </a:lvl9pPr>
          </a:lstStyle>
          <a:p/>
        </p:txBody>
      </p:sp>
      <p:sp>
        <p:nvSpPr>
          <p:cNvPr id="39" name="Google Shape;39;p10"/>
          <p:cNvSpPr txBox="1"/>
          <p:nvPr>
            <p:ph idx="10" type="dt"/>
          </p:nvPr>
        </p:nvSpPr>
        <p:spPr>
          <a:xfrm>
            <a:off x="640080" y="320040"/>
            <a:ext cx="2743200"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10"/>
          <p:cNvSpPr txBox="1"/>
          <p:nvPr>
            <p:ph idx="11" type="ftr"/>
          </p:nvPr>
        </p:nvSpPr>
        <p:spPr>
          <a:xfrm>
            <a:off x="640080" y="6227064"/>
            <a:ext cx="7854696" cy="32004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10"/>
          <p:cNvSpPr txBox="1"/>
          <p:nvPr>
            <p:ph idx="12" type="sldNum"/>
          </p:nvPr>
        </p:nvSpPr>
        <p:spPr>
          <a:xfrm>
            <a:off x="7808976" y="320040"/>
            <a:ext cx="685800" cy="32004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1"/>
        </a:solidFill>
      </p:bgPr>
    </p:bg>
    <p:spTree>
      <p:nvGrpSpPr>
        <p:cNvPr id="42" name="Shape 42"/>
        <p:cNvGrpSpPr/>
        <p:nvPr/>
      </p:nvGrpSpPr>
      <p:grpSpPr>
        <a:xfrm>
          <a:off x="0" y="0"/>
          <a:ext cx="0" cy="0"/>
          <a:chOff x="0" y="0"/>
          <a:chExt cx="0" cy="0"/>
        </a:xfrm>
      </p:grpSpPr>
      <p:grpSp>
        <p:nvGrpSpPr>
          <p:cNvPr id="43" name="Google Shape;43;p13"/>
          <p:cNvGrpSpPr/>
          <p:nvPr/>
        </p:nvGrpSpPr>
        <p:grpSpPr>
          <a:xfrm>
            <a:off x="0" y="0"/>
            <a:ext cx="9555163" cy="6853238"/>
            <a:chOff x="1524000" y="0"/>
            <a:chExt cx="9555163" cy="6853238"/>
          </a:xfrm>
        </p:grpSpPr>
        <p:sp>
          <p:nvSpPr>
            <p:cNvPr id="44" name="Google Shape;44;p13"/>
            <p:cNvSpPr/>
            <p:nvPr/>
          </p:nvSpPr>
          <p:spPr>
            <a:xfrm>
              <a:off x="1524000" y="1331913"/>
              <a:ext cx="7837488" cy="5521325"/>
            </a:xfrm>
            <a:custGeom>
              <a:rect b="b" l="l" r="r" t="t"/>
              <a:pathLst>
                <a:path extrusionOk="0" h="1161" w="1648">
                  <a:moveTo>
                    <a:pt x="1362" y="1161"/>
                  </a:moveTo>
                  <a:cubicBezTo>
                    <a:pt x="1648" y="920"/>
                    <a:pt x="1283" y="505"/>
                    <a:pt x="1097" y="326"/>
                  </a:cubicBezTo>
                  <a:cubicBezTo>
                    <a:pt x="926" y="162"/>
                    <a:pt x="709" y="35"/>
                    <a:pt x="470" y="14"/>
                  </a:cubicBezTo>
                  <a:cubicBezTo>
                    <a:pt x="315" y="0"/>
                    <a:pt x="142" y="49"/>
                    <a:pt x="0" y="138"/>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13"/>
            <p:cNvSpPr/>
            <p:nvPr/>
          </p:nvSpPr>
          <p:spPr>
            <a:xfrm>
              <a:off x="1524000" y="5564188"/>
              <a:ext cx="1412875" cy="1284288"/>
            </a:xfrm>
            <a:custGeom>
              <a:rect b="b" l="l" r="r" t="t"/>
              <a:pathLst>
                <a:path extrusionOk="0" h="270" w="297">
                  <a:moveTo>
                    <a:pt x="0" y="0"/>
                  </a:moveTo>
                  <a:cubicBezTo>
                    <a:pt x="73" y="119"/>
                    <a:pt x="186" y="220"/>
                    <a:pt x="297" y="27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13"/>
            <p:cNvSpPr/>
            <p:nvPr/>
          </p:nvSpPr>
          <p:spPr>
            <a:xfrm>
              <a:off x="1524000" y="2030413"/>
              <a:ext cx="6510338" cy="4813300"/>
            </a:xfrm>
            <a:custGeom>
              <a:rect b="b" l="l" r="r" t="t"/>
              <a:pathLst>
                <a:path extrusionOk="0" h="1012" w="1369">
                  <a:moveTo>
                    <a:pt x="845" y="1012"/>
                  </a:moveTo>
                  <a:cubicBezTo>
                    <a:pt x="1043" y="967"/>
                    <a:pt x="1369" y="853"/>
                    <a:pt x="1263" y="588"/>
                  </a:cubicBezTo>
                  <a:cubicBezTo>
                    <a:pt x="1164" y="340"/>
                    <a:pt x="861" y="107"/>
                    <a:pt x="602" y="49"/>
                  </a:cubicBezTo>
                  <a:cubicBezTo>
                    <a:pt x="383" y="0"/>
                    <a:pt x="135" y="97"/>
                    <a:pt x="0" y="28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13"/>
            <p:cNvSpPr/>
            <p:nvPr/>
          </p:nvSpPr>
          <p:spPr>
            <a:xfrm>
              <a:off x="1528763" y="6207125"/>
              <a:ext cx="717550" cy="646113"/>
            </a:xfrm>
            <a:custGeom>
              <a:rect b="b" l="l" r="r" t="t"/>
              <a:pathLst>
                <a:path extrusionOk="0" h="136" w="151">
                  <a:moveTo>
                    <a:pt x="0" y="0"/>
                  </a:moveTo>
                  <a:cubicBezTo>
                    <a:pt x="45" y="52"/>
                    <a:pt x="97" y="99"/>
                    <a:pt x="151" y="136"/>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13"/>
            <p:cNvSpPr/>
            <p:nvPr/>
          </p:nvSpPr>
          <p:spPr>
            <a:xfrm>
              <a:off x="1524000" y="1806575"/>
              <a:ext cx="6753225" cy="5046663"/>
            </a:xfrm>
            <a:custGeom>
              <a:rect b="b" l="l" r="r" t="t"/>
              <a:pathLst>
                <a:path extrusionOk="0" h="1061" w="1420">
                  <a:moveTo>
                    <a:pt x="1034" y="1061"/>
                  </a:moveTo>
                  <a:cubicBezTo>
                    <a:pt x="1148" y="1019"/>
                    <a:pt x="1283" y="957"/>
                    <a:pt x="1345" y="845"/>
                  </a:cubicBezTo>
                  <a:cubicBezTo>
                    <a:pt x="1420" y="710"/>
                    <a:pt x="1338" y="570"/>
                    <a:pt x="1249" y="466"/>
                  </a:cubicBezTo>
                  <a:cubicBezTo>
                    <a:pt x="1068" y="253"/>
                    <a:pt x="816" y="57"/>
                    <a:pt x="530" y="23"/>
                  </a:cubicBezTo>
                  <a:cubicBezTo>
                    <a:pt x="336" y="0"/>
                    <a:pt x="140" y="87"/>
                    <a:pt x="0" y="225"/>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13"/>
            <p:cNvSpPr/>
            <p:nvPr/>
          </p:nvSpPr>
          <p:spPr>
            <a:xfrm>
              <a:off x="1524000" y="669925"/>
              <a:ext cx="8797925" cy="6183313"/>
            </a:xfrm>
            <a:custGeom>
              <a:rect b="b" l="l" r="r" t="t"/>
              <a:pathLst>
                <a:path extrusionOk="0" h="1300" w="1850">
                  <a:moveTo>
                    <a:pt x="1552" y="1300"/>
                  </a:moveTo>
                  <a:cubicBezTo>
                    <a:pt x="1850" y="1019"/>
                    <a:pt x="1504" y="652"/>
                    <a:pt x="1288" y="447"/>
                  </a:cubicBezTo>
                  <a:cubicBezTo>
                    <a:pt x="1085" y="255"/>
                    <a:pt x="838" y="90"/>
                    <a:pt x="559" y="37"/>
                  </a:cubicBezTo>
                  <a:cubicBezTo>
                    <a:pt x="364" y="0"/>
                    <a:pt x="171" y="40"/>
                    <a:pt x="0" y="131"/>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3"/>
            <p:cNvSpPr/>
            <p:nvPr/>
          </p:nvSpPr>
          <p:spPr>
            <a:xfrm>
              <a:off x="1524000" y="119063"/>
              <a:ext cx="9555163" cy="6734175"/>
            </a:xfrm>
            <a:custGeom>
              <a:rect b="b" l="l" r="r" t="t"/>
              <a:pathLst>
                <a:path extrusionOk="0" h="1416" w="2009">
                  <a:moveTo>
                    <a:pt x="1725" y="1416"/>
                  </a:moveTo>
                  <a:cubicBezTo>
                    <a:pt x="2009" y="1117"/>
                    <a:pt x="1728" y="785"/>
                    <a:pt x="1492" y="565"/>
                  </a:cubicBezTo>
                  <a:cubicBezTo>
                    <a:pt x="1248" y="339"/>
                    <a:pt x="961" y="143"/>
                    <a:pt x="635" y="61"/>
                  </a:cubicBezTo>
                  <a:cubicBezTo>
                    <a:pt x="392" y="0"/>
                    <a:pt x="190" y="18"/>
                    <a:pt x="0" y="107"/>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13"/>
            <p:cNvSpPr/>
            <p:nvPr/>
          </p:nvSpPr>
          <p:spPr>
            <a:xfrm>
              <a:off x="5419725" y="4763"/>
              <a:ext cx="5216525" cy="5368925"/>
            </a:xfrm>
            <a:custGeom>
              <a:rect b="b" l="l" r="r" t="t"/>
              <a:pathLst>
                <a:path extrusionOk="0" h="1129" w="1097">
                  <a:moveTo>
                    <a:pt x="1097" y="1129"/>
                  </a:moveTo>
                  <a:cubicBezTo>
                    <a:pt x="1031" y="909"/>
                    <a:pt x="843" y="701"/>
                    <a:pt x="709" y="551"/>
                  </a:cubicBezTo>
                  <a:cubicBezTo>
                    <a:pt x="509" y="327"/>
                    <a:pt x="274" y="127"/>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3"/>
            <p:cNvSpPr/>
            <p:nvPr/>
          </p:nvSpPr>
          <p:spPr>
            <a:xfrm>
              <a:off x="5813425" y="4763"/>
              <a:ext cx="4832350" cy="4822825"/>
            </a:xfrm>
            <a:custGeom>
              <a:rect b="b" l="l" r="r" t="t"/>
              <a:pathLst>
                <a:path extrusionOk="0" h="1014" w="1016">
                  <a:moveTo>
                    <a:pt x="1016" y="1014"/>
                  </a:moveTo>
                  <a:cubicBezTo>
                    <a:pt x="934" y="849"/>
                    <a:pt x="802" y="697"/>
                    <a:pt x="698" y="577"/>
                  </a:cubicBezTo>
                  <a:cubicBezTo>
                    <a:pt x="500" y="348"/>
                    <a:pt x="270" y="141"/>
                    <a:pt x="0"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3"/>
            <p:cNvSpPr/>
            <p:nvPr/>
          </p:nvSpPr>
          <p:spPr>
            <a:xfrm>
              <a:off x="6003925" y="4763"/>
              <a:ext cx="4641850" cy="4598988"/>
            </a:xfrm>
            <a:custGeom>
              <a:rect b="b" l="l" r="r" t="t"/>
              <a:pathLst>
                <a:path extrusionOk="0" h="967" w="976">
                  <a:moveTo>
                    <a:pt x="976" y="967"/>
                  </a:moveTo>
                  <a:cubicBezTo>
                    <a:pt x="894" y="822"/>
                    <a:pt x="779" y="689"/>
                    <a:pt x="686" y="580"/>
                  </a:cubicBezTo>
                  <a:cubicBezTo>
                    <a:pt x="491" y="352"/>
                    <a:pt x="264" y="145"/>
                    <a:pt x="0" y="0"/>
                  </a:cubicBezTo>
                </a:path>
              </a:pathLst>
            </a:custGeom>
            <a:noFill/>
            <a:ln cap="flat" cmpd="sng" w="12700">
              <a:solidFill>
                <a:schemeClr val="dk1">
                  <a:alpha val="20000"/>
                </a:schemeClr>
              </a:solidFill>
              <a:prstDash val="dashDot"/>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3"/>
            <p:cNvSpPr/>
            <p:nvPr/>
          </p:nvSpPr>
          <p:spPr>
            <a:xfrm>
              <a:off x="6203950" y="0"/>
              <a:ext cx="4441825" cy="4237038"/>
            </a:xfrm>
            <a:custGeom>
              <a:rect b="b" l="l" r="r" t="t"/>
              <a:pathLst>
                <a:path extrusionOk="0" h="891" w="934">
                  <a:moveTo>
                    <a:pt x="934" y="891"/>
                  </a:moveTo>
                  <a:cubicBezTo>
                    <a:pt x="863" y="783"/>
                    <a:pt x="778" y="684"/>
                    <a:pt x="705" y="599"/>
                  </a:cubicBezTo>
                  <a:cubicBezTo>
                    <a:pt x="503" y="365"/>
                    <a:pt x="270" y="152"/>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3"/>
            <p:cNvSpPr/>
            <p:nvPr/>
          </p:nvSpPr>
          <p:spPr>
            <a:xfrm>
              <a:off x="6456363" y="4763"/>
              <a:ext cx="4179888" cy="3986213"/>
            </a:xfrm>
            <a:custGeom>
              <a:rect b="b" l="l" r="r" t="t"/>
              <a:pathLst>
                <a:path extrusionOk="0" h="838" w="879">
                  <a:moveTo>
                    <a:pt x="879" y="838"/>
                  </a:moveTo>
                  <a:cubicBezTo>
                    <a:pt x="821" y="755"/>
                    <a:pt x="756" y="679"/>
                    <a:pt x="698" y="611"/>
                  </a:cubicBezTo>
                  <a:cubicBezTo>
                    <a:pt x="498" y="375"/>
                    <a:pt x="268" y="159"/>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3"/>
            <p:cNvSpPr/>
            <p:nvPr/>
          </p:nvSpPr>
          <p:spPr>
            <a:xfrm>
              <a:off x="6869113" y="4763"/>
              <a:ext cx="3776663" cy="3838575"/>
            </a:xfrm>
            <a:custGeom>
              <a:rect b="b" l="l" r="r" t="t"/>
              <a:pathLst>
                <a:path extrusionOk="0" h="807" w="794">
                  <a:moveTo>
                    <a:pt x="794" y="807"/>
                  </a:moveTo>
                  <a:cubicBezTo>
                    <a:pt x="745" y="739"/>
                    <a:pt x="695" y="676"/>
                    <a:pt x="648" y="617"/>
                  </a:cubicBezTo>
                  <a:cubicBezTo>
                    <a:pt x="462" y="383"/>
                    <a:pt x="248" y="168"/>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3"/>
            <p:cNvSpPr/>
            <p:nvPr/>
          </p:nvSpPr>
          <p:spPr>
            <a:xfrm>
              <a:off x="8758238" y="4763"/>
              <a:ext cx="1887538" cy="1355725"/>
            </a:xfrm>
            <a:custGeom>
              <a:rect b="b" l="l" r="r" t="t"/>
              <a:pathLst>
                <a:path extrusionOk="0" h="285" w="397">
                  <a:moveTo>
                    <a:pt x="397" y="285"/>
                  </a:moveTo>
                  <a:cubicBezTo>
                    <a:pt x="270" y="182"/>
                    <a:pt x="138" y="86"/>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3"/>
            <p:cNvSpPr/>
            <p:nvPr/>
          </p:nvSpPr>
          <p:spPr>
            <a:xfrm>
              <a:off x="9223375" y="9525"/>
              <a:ext cx="1422400" cy="1108075"/>
            </a:xfrm>
            <a:custGeom>
              <a:rect b="b" l="l" r="r" t="t"/>
              <a:pathLst>
                <a:path extrusionOk="0" h="233" w="299">
                  <a:moveTo>
                    <a:pt x="299" y="233"/>
                  </a:moveTo>
                  <a:cubicBezTo>
                    <a:pt x="197" y="145"/>
                    <a:pt x="97" y="68"/>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3"/>
            <p:cNvSpPr/>
            <p:nvPr/>
          </p:nvSpPr>
          <p:spPr>
            <a:xfrm>
              <a:off x="10009188" y="4763"/>
              <a:ext cx="636588" cy="361950"/>
            </a:xfrm>
            <a:custGeom>
              <a:rect b="b" l="l" r="r" t="t"/>
              <a:pathLst>
                <a:path extrusionOk="0" h="76" w="134">
                  <a:moveTo>
                    <a:pt x="0" y="0"/>
                  </a:moveTo>
                  <a:cubicBezTo>
                    <a:pt x="45" y="25"/>
                    <a:pt x="89" y="50"/>
                    <a:pt x="134" y="76"/>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 name="Google Shape;60;p13"/>
          <p:cNvGrpSpPr/>
          <p:nvPr/>
        </p:nvGrpSpPr>
        <p:grpSpPr>
          <a:xfrm>
            <a:off x="1283114" y="1168329"/>
            <a:ext cx="6586124" cy="4537816"/>
            <a:chOff x="1283114" y="1168329"/>
            <a:chExt cx="6586124" cy="4537816"/>
          </a:xfrm>
        </p:grpSpPr>
        <p:sp>
          <p:nvSpPr>
            <p:cNvPr id="61" name="Google Shape;61;p13"/>
            <p:cNvSpPr/>
            <p:nvPr/>
          </p:nvSpPr>
          <p:spPr>
            <a:xfrm>
              <a:off x="1283114" y="1168329"/>
              <a:ext cx="6586124" cy="73152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3"/>
            <p:cNvSpPr/>
            <p:nvPr/>
          </p:nvSpPr>
          <p:spPr>
            <a:xfrm>
              <a:off x="1283114" y="1973001"/>
              <a:ext cx="6586124" cy="3384463"/>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3"/>
            <p:cNvSpPr/>
            <p:nvPr/>
          </p:nvSpPr>
          <p:spPr>
            <a:xfrm rot="10800000">
              <a:off x="4362524" y="5355082"/>
              <a:ext cx="407233" cy="351063"/>
            </a:xfrm>
            <a:prstGeom prst="triangl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 name="Google Shape;64;p13"/>
          <p:cNvSpPr txBox="1"/>
          <p:nvPr>
            <p:ph type="ctrTitle"/>
          </p:nvPr>
        </p:nvSpPr>
        <p:spPr>
          <a:xfrm>
            <a:off x="1359091" y="2055278"/>
            <a:ext cx="6428445" cy="1810636"/>
          </a:xfrm>
          <a:prstGeom prst="rect">
            <a:avLst/>
          </a:prstGeom>
          <a:noFill/>
          <a:ln>
            <a:noFill/>
          </a:ln>
        </p:spPr>
        <p:txBody>
          <a:bodyPr anchorCtr="0" anchor="b" bIns="0" lIns="228600" spcFirstLastPara="1" rIns="228600" wrap="square" tIns="228600">
            <a:normAutofit/>
          </a:bodyPr>
          <a:lstStyle>
            <a:lvl1pPr lvl="0" algn="ctr">
              <a:lnSpc>
                <a:spcPct val="80000"/>
              </a:lnSpc>
              <a:spcBef>
                <a:spcPts val="0"/>
              </a:spcBef>
              <a:spcAft>
                <a:spcPts val="0"/>
              </a:spcAft>
              <a:buClr>
                <a:srgbClr val="FFFEFF"/>
              </a:buClr>
              <a:buSzPts val="4800"/>
              <a:buFont typeface="Calibri"/>
              <a:buNone/>
              <a:defRPr sz="4800">
                <a:solidFill>
                  <a:srgbClr val="FFFE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13"/>
          <p:cNvSpPr txBox="1"/>
          <p:nvPr>
            <p:ph idx="1" type="subTitle"/>
          </p:nvPr>
        </p:nvSpPr>
        <p:spPr>
          <a:xfrm>
            <a:off x="1359091" y="3941492"/>
            <a:ext cx="6428445" cy="1334120"/>
          </a:xfrm>
          <a:prstGeom prst="rect">
            <a:avLst/>
          </a:prstGeom>
          <a:noFill/>
          <a:ln>
            <a:noFill/>
          </a:ln>
        </p:spPr>
        <p:txBody>
          <a:bodyPr anchorCtr="0" anchor="t" bIns="45700" lIns="91425" spcFirstLastPara="1" rIns="91425" wrap="square" tIns="0">
            <a:normAutofit/>
          </a:bodyPr>
          <a:lstStyle>
            <a:lvl1pPr lvl="0" algn="ctr">
              <a:lnSpc>
                <a:spcPct val="100000"/>
              </a:lnSpc>
              <a:spcBef>
                <a:spcPts val="750"/>
              </a:spcBef>
              <a:spcAft>
                <a:spcPts val="0"/>
              </a:spcAft>
              <a:buSzPts val="1980"/>
              <a:buNone/>
              <a:defRPr b="0" sz="1800">
                <a:solidFill>
                  <a:srgbClr val="FFFEFF"/>
                </a:solidFill>
              </a:defRPr>
            </a:lvl1pPr>
            <a:lvl2pPr lvl="1" algn="ctr">
              <a:lnSpc>
                <a:spcPct val="120000"/>
              </a:lnSpc>
              <a:spcBef>
                <a:spcPts val="375"/>
              </a:spcBef>
              <a:spcAft>
                <a:spcPts val="0"/>
              </a:spcAft>
              <a:buSzPts val="1650"/>
              <a:buNone/>
              <a:defRPr sz="1500"/>
            </a:lvl2pPr>
            <a:lvl3pPr lvl="2" algn="ctr">
              <a:lnSpc>
                <a:spcPct val="120000"/>
              </a:lnSpc>
              <a:spcBef>
                <a:spcPts val="375"/>
              </a:spcBef>
              <a:spcAft>
                <a:spcPts val="0"/>
              </a:spcAft>
              <a:buSzPts val="1485"/>
              <a:buNone/>
              <a:defRPr sz="1350"/>
            </a:lvl3pPr>
            <a:lvl4pPr lvl="3" algn="ctr">
              <a:lnSpc>
                <a:spcPct val="120000"/>
              </a:lnSpc>
              <a:spcBef>
                <a:spcPts val="375"/>
              </a:spcBef>
              <a:spcAft>
                <a:spcPts val="0"/>
              </a:spcAft>
              <a:buSzPts val="1320"/>
              <a:buNone/>
              <a:defRPr sz="1200"/>
            </a:lvl4pPr>
            <a:lvl5pPr lvl="4" algn="ctr">
              <a:lnSpc>
                <a:spcPct val="120000"/>
              </a:lnSpc>
              <a:spcBef>
                <a:spcPts val="375"/>
              </a:spcBef>
              <a:spcAft>
                <a:spcPts val="0"/>
              </a:spcAft>
              <a:buSzPts val="1320"/>
              <a:buNone/>
              <a:defRPr sz="1200"/>
            </a:lvl5pPr>
            <a:lvl6pPr lvl="5" algn="ctr">
              <a:lnSpc>
                <a:spcPct val="120000"/>
              </a:lnSpc>
              <a:spcBef>
                <a:spcPts val="375"/>
              </a:spcBef>
              <a:spcAft>
                <a:spcPts val="0"/>
              </a:spcAft>
              <a:buSzPts val="1320"/>
              <a:buNone/>
              <a:defRPr sz="1200"/>
            </a:lvl6pPr>
            <a:lvl7pPr lvl="6" algn="ctr">
              <a:lnSpc>
                <a:spcPct val="120000"/>
              </a:lnSpc>
              <a:spcBef>
                <a:spcPts val="375"/>
              </a:spcBef>
              <a:spcAft>
                <a:spcPts val="0"/>
              </a:spcAft>
              <a:buSzPts val="1320"/>
              <a:buNone/>
              <a:defRPr sz="1200"/>
            </a:lvl7pPr>
            <a:lvl8pPr lvl="7" algn="ctr">
              <a:lnSpc>
                <a:spcPct val="120000"/>
              </a:lnSpc>
              <a:spcBef>
                <a:spcPts val="375"/>
              </a:spcBef>
              <a:spcAft>
                <a:spcPts val="0"/>
              </a:spcAft>
              <a:buSzPts val="1320"/>
              <a:buNone/>
              <a:defRPr sz="1200"/>
            </a:lvl8pPr>
            <a:lvl9pPr lvl="8" algn="ctr">
              <a:lnSpc>
                <a:spcPct val="120000"/>
              </a:lnSpc>
              <a:spcBef>
                <a:spcPts val="375"/>
              </a:spcBef>
              <a:spcAft>
                <a:spcPts val="0"/>
              </a:spcAft>
              <a:buSzPts val="1320"/>
              <a:buNone/>
              <a:defRPr sz="1200"/>
            </a:lvl9pPr>
          </a:lstStyle>
          <a:p/>
        </p:txBody>
      </p:sp>
      <p:sp>
        <p:nvSpPr>
          <p:cNvPr id="66" name="Google Shape;66;p13"/>
          <p:cNvSpPr txBox="1"/>
          <p:nvPr>
            <p:ph idx="10" type="dt"/>
          </p:nvPr>
        </p:nvSpPr>
        <p:spPr>
          <a:xfrm>
            <a:off x="640080" y="320040"/>
            <a:ext cx="2743200"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3"/>
          <p:cNvSpPr txBox="1"/>
          <p:nvPr>
            <p:ph idx="11" type="ftr"/>
          </p:nvPr>
        </p:nvSpPr>
        <p:spPr>
          <a:xfrm>
            <a:off x="640080" y="6227064"/>
            <a:ext cx="7854696" cy="32004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3"/>
          <p:cNvSpPr txBox="1"/>
          <p:nvPr>
            <p:ph idx="12" type="sldNum"/>
          </p:nvPr>
        </p:nvSpPr>
        <p:spPr>
          <a:xfrm>
            <a:off x="7808976" y="320040"/>
            <a:ext cx="685800" cy="32004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9" name="Shape 69"/>
        <p:cNvGrpSpPr/>
        <p:nvPr/>
      </p:nvGrpSpPr>
      <p:grpSpPr>
        <a:xfrm>
          <a:off x="0" y="0"/>
          <a:ext cx="0" cy="0"/>
          <a:chOff x="0" y="0"/>
          <a:chExt cx="0" cy="0"/>
        </a:xfrm>
      </p:grpSpPr>
      <p:grpSp>
        <p:nvGrpSpPr>
          <p:cNvPr id="70" name="Google Shape;70;p14"/>
          <p:cNvGrpSpPr/>
          <p:nvPr/>
        </p:nvGrpSpPr>
        <p:grpSpPr>
          <a:xfrm>
            <a:off x="0" y="0"/>
            <a:ext cx="9555163" cy="6853238"/>
            <a:chOff x="1524000" y="0"/>
            <a:chExt cx="9555163" cy="6853238"/>
          </a:xfrm>
        </p:grpSpPr>
        <p:sp>
          <p:nvSpPr>
            <p:cNvPr id="71" name="Google Shape;71;p14"/>
            <p:cNvSpPr/>
            <p:nvPr/>
          </p:nvSpPr>
          <p:spPr>
            <a:xfrm>
              <a:off x="1524000" y="1331913"/>
              <a:ext cx="7837488" cy="5521325"/>
            </a:xfrm>
            <a:custGeom>
              <a:rect b="b" l="l" r="r" t="t"/>
              <a:pathLst>
                <a:path extrusionOk="0" h="1161" w="1648">
                  <a:moveTo>
                    <a:pt x="1362" y="1161"/>
                  </a:moveTo>
                  <a:cubicBezTo>
                    <a:pt x="1648" y="920"/>
                    <a:pt x="1283" y="505"/>
                    <a:pt x="1097" y="326"/>
                  </a:cubicBezTo>
                  <a:cubicBezTo>
                    <a:pt x="926" y="162"/>
                    <a:pt x="709" y="35"/>
                    <a:pt x="470" y="14"/>
                  </a:cubicBezTo>
                  <a:cubicBezTo>
                    <a:pt x="315" y="0"/>
                    <a:pt x="142" y="49"/>
                    <a:pt x="0" y="138"/>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4"/>
            <p:cNvSpPr/>
            <p:nvPr/>
          </p:nvSpPr>
          <p:spPr>
            <a:xfrm>
              <a:off x="1524000" y="5564188"/>
              <a:ext cx="1412875" cy="1284288"/>
            </a:xfrm>
            <a:custGeom>
              <a:rect b="b" l="l" r="r" t="t"/>
              <a:pathLst>
                <a:path extrusionOk="0" h="270" w="297">
                  <a:moveTo>
                    <a:pt x="0" y="0"/>
                  </a:moveTo>
                  <a:cubicBezTo>
                    <a:pt x="73" y="119"/>
                    <a:pt x="186" y="220"/>
                    <a:pt x="297" y="27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4"/>
            <p:cNvSpPr/>
            <p:nvPr/>
          </p:nvSpPr>
          <p:spPr>
            <a:xfrm>
              <a:off x="1524000" y="2030413"/>
              <a:ext cx="6510338" cy="4813300"/>
            </a:xfrm>
            <a:custGeom>
              <a:rect b="b" l="l" r="r" t="t"/>
              <a:pathLst>
                <a:path extrusionOk="0" h="1012" w="1369">
                  <a:moveTo>
                    <a:pt x="845" y="1012"/>
                  </a:moveTo>
                  <a:cubicBezTo>
                    <a:pt x="1043" y="967"/>
                    <a:pt x="1369" y="853"/>
                    <a:pt x="1263" y="588"/>
                  </a:cubicBezTo>
                  <a:cubicBezTo>
                    <a:pt x="1164" y="340"/>
                    <a:pt x="861" y="107"/>
                    <a:pt x="602" y="49"/>
                  </a:cubicBezTo>
                  <a:cubicBezTo>
                    <a:pt x="383" y="0"/>
                    <a:pt x="135" y="97"/>
                    <a:pt x="0" y="28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4"/>
            <p:cNvSpPr/>
            <p:nvPr/>
          </p:nvSpPr>
          <p:spPr>
            <a:xfrm>
              <a:off x="1528763" y="6207125"/>
              <a:ext cx="717550" cy="646113"/>
            </a:xfrm>
            <a:custGeom>
              <a:rect b="b" l="l" r="r" t="t"/>
              <a:pathLst>
                <a:path extrusionOk="0" h="136" w="151">
                  <a:moveTo>
                    <a:pt x="0" y="0"/>
                  </a:moveTo>
                  <a:cubicBezTo>
                    <a:pt x="45" y="52"/>
                    <a:pt x="97" y="99"/>
                    <a:pt x="151" y="136"/>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4"/>
            <p:cNvSpPr/>
            <p:nvPr/>
          </p:nvSpPr>
          <p:spPr>
            <a:xfrm>
              <a:off x="1524000" y="1806575"/>
              <a:ext cx="6753225" cy="5046663"/>
            </a:xfrm>
            <a:custGeom>
              <a:rect b="b" l="l" r="r" t="t"/>
              <a:pathLst>
                <a:path extrusionOk="0" h="1061" w="1420">
                  <a:moveTo>
                    <a:pt x="1034" y="1061"/>
                  </a:moveTo>
                  <a:cubicBezTo>
                    <a:pt x="1148" y="1019"/>
                    <a:pt x="1283" y="957"/>
                    <a:pt x="1345" y="845"/>
                  </a:cubicBezTo>
                  <a:cubicBezTo>
                    <a:pt x="1420" y="710"/>
                    <a:pt x="1338" y="570"/>
                    <a:pt x="1249" y="466"/>
                  </a:cubicBezTo>
                  <a:cubicBezTo>
                    <a:pt x="1068" y="253"/>
                    <a:pt x="816" y="57"/>
                    <a:pt x="530" y="23"/>
                  </a:cubicBezTo>
                  <a:cubicBezTo>
                    <a:pt x="336" y="0"/>
                    <a:pt x="140" y="87"/>
                    <a:pt x="0" y="225"/>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4"/>
            <p:cNvSpPr/>
            <p:nvPr/>
          </p:nvSpPr>
          <p:spPr>
            <a:xfrm>
              <a:off x="1524000" y="669925"/>
              <a:ext cx="8797925" cy="6183313"/>
            </a:xfrm>
            <a:custGeom>
              <a:rect b="b" l="l" r="r" t="t"/>
              <a:pathLst>
                <a:path extrusionOk="0" h="1300" w="1850">
                  <a:moveTo>
                    <a:pt x="1552" y="1300"/>
                  </a:moveTo>
                  <a:cubicBezTo>
                    <a:pt x="1850" y="1019"/>
                    <a:pt x="1504" y="652"/>
                    <a:pt x="1288" y="447"/>
                  </a:cubicBezTo>
                  <a:cubicBezTo>
                    <a:pt x="1085" y="255"/>
                    <a:pt x="838" y="90"/>
                    <a:pt x="559" y="37"/>
                  </a:cubicBezTo>
                  <a:cubicBezTo>
                    <a:pt x="364" y="0"/>
                    <a:pt x="171" y="40"/>
                    <a:pt x="0" y="131"/>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4"/>
            <p:cNvSpPr/>
            <p:nvPr/>
          </p:nvSpPr>
          <p:spPr>
            <a:xfrm>
              <a:off x="1524000" y="119063"/>
              <a:ext cx="9555163" cy="6734175"/>
            </a:xfrm>
            <a:custGeom>
              <a:rect b="b" l="l" r="r" t="t"/>
              <a:pathLst>
                <a:path extrusionOk="0" h="1416" w="2009">
                  <a:moveTo>
                    <a:pt x="1725" y="1416"/>
                  </a:moveTo>
                  <a:cubicBezTo>
                    <a:pt x="2009" y="1117"/>
                    <a:pt x="1728" y="785"/>
                    <a:pt x="1492" y="565"/>
                  </a:cubicBezTo>
                  <a:cubicBezTo>
                    <a:pt x="1248" y="339"/>
                    <a:pt x="961" y="143"/>
                    <a:pt x="635" y="61"/>
                  </a:cubicBezTo>
                  <a:cubicBezTo>
                    <a:pt x="392" y="0"/>
                    <a:pt x="190" y="18"/>
                    <a:pt x="0" y="107"/>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4"/>
            <p:cNvSpPr/>
            <p:nvPr/>
          </p:nvSpPr>
          <p:spPr>
            <a:xfrm>
              <a:off x="5419725" y="4763"/>
              <a:ext cx="5216525" cy="5368925"/>
            </a:xfrm>
            <a:custGeom>
              <a:rect b="b" l="l" r="r" t="t"/>
              <a:pathLst>
                <a:path extrusionOk="0" h="1129" w="1097">
                  <a:moveTo>
                    <a:pt x="1097" y="1129"/>
                  </a:moveTo>
                  <a:cubicBezTo>
                    <a:pt x="1031" y="909"/>
                    <a:pt x="843" y="701"/>
                    <a:pt x="709" y="551"/>
                  </a:cubicBezTo>
                  <a:cubicBezTo>
                    <a:pt x="509" y="327"/>
                    <a:pt x="274" y="127"/>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4"/>
            <p:cNvSpPr/>
            <p:nvPr/>
          </p:nvSpPr>
          <p:spPr>
            <a:xfrm>
              <a:off x="5813425" y="4763"/>
              <a:ext cx="4832350" cy="4822825"/>
            </a:xfrm>
            <a:custGeom>
              <a:rect b="b" l="l" r="r" t="t"/>
              <a:pathLst>
                <a:path extrusionOk="0" h="1014" w="1016">
                  <a:moveTo>
                    <a:pt x="1016" y="1014"/>
                  </a:moveTo>
                  <a:cubicBezTo>
                    <a:pt x="934" y="849"/>
                    <a:pt x="802" y="697"/>
                    <a:pt x="698" y="577"/>
                  </a:cubicBezTo>
                  <a:cubicBezTo>
                    <a:pt x="500" y="348"/>
                    <a:pt x="270" y="141"/>
                    <a:pt x="0"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4"/>
            <p:cNvSpPr/>
            <p:nvPr/>
          </p:nvSpPr>
          <p:spPr>
            <a:xfrm>
              <a:off x="6003925" y="4763"/>
              <a:ext cx="4641850" cy="4598988"/>
            </a:xfrm>
            <a:custGeom>
              <a:rect b="b" l="l" r="r" t="t"/>
              <a:pathLst>
                <a:path extrusionOk="0" h="967" w="976">
                  <a:moveTo>
                    <a:pt x="976" y="967"/>
                  </a:moveTo>
                  <a:cubicBezTo>
                    <a:pt x="894" y="822"/>
                    <a:pt x="779" y="689"/>
                    <a:pt x="686" y="580"/>
                  </a:cubicBezTo>
                  <a:cubicBezTo>
                    <a:pt x="491" y="352"/>
                    <a:pt x="264" y="145"/>
                    <a:pt x="0" y="0"/>
                  </a:cubicBezTo>
                </a:path>
              </a:pathLst>
            </a:custGeom>
            <a:noFill/>
            <a:ln cap="flat" cmpd="sng" w="12700">
              <a:solidFill>
                <a:schemeClr val="dk1">
                  <a:alpha val="20000"/>
                </a:schemeClr>
              </a:solidFill>
              <a:prstDash val="dashDot"/>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4"/>
            <p:cNvSpPr/>
            <p:nvPr/>
          </p:nvSpPr>
          <p:spPr>
            <a:xfrm>
              <a:off x="6203950" y="0"/>
              <a:ext cx="4441825" cy="4237038"/>
            </a:xfrm>
            <a:custGeom>
              <a:rect b="b" l="l" r="r" t="t"/>
              <a:pathLst>
                <a:path extrusionOk="0" h="891" w="934">
                  <a:moveTo>
                    <a:pt x="934" y="891"/>
                  </a:moveTo>
                  <a:cubicBezTo>
                    <a:pt x="863" y="783"/>
                    <a:pt x="778" y="684"/>
                    <a:pt x="705" y="599"/>
                  </a:cubicBezTo>
                  <a:cubicBezTo>
                    <a:pt x="503" y="365"/>
                    <a:pt x="270" y="152"/>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4"/>
            <p:cNvSpPr/>
            <p:nvPr/>
          </p:nvSpPr>
          <p:spPr>
            <a:xfrm>
              <a:off x="6456363" y="4763"/>
              <a:ext cx="4179888" cy="3986213"/>
            </a:xfrm>
            <a:custGeom>
              <a:rect b="b" l="l" r="r" t="t"/>
              <a:pathLst>
                <a:path extrusionOk="0" h="838" w="879">
                  <a:moveTo>
                    <a:pt x="879" y="838"/>
                  </a:moveTo>
                  <a:cubicBezTo>
                    <a:pt x="821" y="755"/>
                    <a:pt x="756" y="679"/>
                    <a:pt x="698" y="611"/>
                  </a:cubicBezTo>
                  <a:cubicBezTo>
                    <a:pt x="498" y="375"/>
                    <a:pt x="268" y="159"/>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4"/>
            <p:cNvSpPr/>
            <p:nvPr/>
          </p:nvSpPr>
          <p:spPr>
            <a:xfrm>
              <a:off x="6869113" y="4763"/>
              <a:ext cx="3776663" cy="3838575"/>
            </a:xfrm>
            <a:custGeom>
              <a:rect b="b" l="l" r="r" t="t"/>
              <a:pathLst>
                <a:path extrusionOk="0" h="807" w="794">
                  <a:moveTo>
                    <a:pt x="794" y="807"/>
                  </a:moveTo>
                  <a:cubicBezTo>
                    <a:pt x="745" y="739"/>
                    <a:pt x="695" y="676"/>
                    <a:pt x="648" y="617"/>
                  </a:cubicBezTo>
                  <a:cubicBezTo>
                    <a:pt x="462" y="383"/>
                    <a:pt x="248" y="168"/>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4"/>
            <p:cNvSpPr/>
            <p:nvPr/>
          </p:nvSpPr>
          <p:spPr>
            <a:xfrm>
              <a:off x="8758238" y="4763"/>
              <a:ext cx="1887538" cy="1355725"/>
            </a:xfrm>
            <a:custGeom>
              <a:rect b="b" l="l" r="r" t="t"/>
              <a:pathLst>
                <a:path extrusionOk="0" h="285" w="397">
                  <a:moveTo>
                    <a:pt x="397" y="285"/>
                  </a:moveTo>
                  <a:cubicBezTo>
                    <a:pt x="270" y="182"/>
                    <a:pt x="138" y="86"/>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4"/>
            <p:cNvSpPr/>
            <p:nvPr/>
          </p:nvSpPr>
          <p:spPr>
            <a:xfrm>
              <a:off x="9223375" y="9525"/>
              <a:ext cx="1422400" cy="1108075"/>
            </a:xfrm>
            <a:custGeom>
              <a:rect b="b" l="l" r="r" t="t"/>
              <a:pathLst>
                <a:path extrusionOk="0" h="233" w="299">
                  <a:moveTo>
                    <a:pt x="299" y="233"/>
                  </a:moveTo>
                  <a:cubicBezTo>
                    <a:pt x="197" y="145"/>
                    <a:pt x="97" y="68"/>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4"/>
            <p:cNvSpPr/>
            <p:nvPr/>
          </p:nvSpPr>
          <p:spPr>
            <a:xfrm>
              <a:off x="10009188" y="4763"/>
              <a:ext cx="636588" cy="361950"/>
            </a:xfrm>
            <a:custGeom>
              <a:rect b="b" l="l" r="r" t="t"/>
              <a:pathLst>
                <a:path extrusionOk="0" h="76" w="134">
                  <a:moveTo>
                    <a:pt x="0" y="0"/>
                  </a:moveTo>
                  <a:cubicBezTo>
                    <a:pt x="45" y="25"/>
                    <a:pt x="89" y="50"/>
                    <a:pt x="134" y="76"/>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 name="Google Shape;87;p14"/>
          <p:cNvGrpSpPr/>
          <p:nvPr/>
        </p:nvGrpSpPr>
        <p:grpSpPr>
          <a:xfrm>
            <a:off x="2403476" y="1158902"/>
            <a:ext cx="4317684" cy="4537816"/>
            <a:chOff x="2403476" y="1158902"/>
            <a:chExt cx="4317684" cy="4537816"/>
          </a:xfrm>
        </p:grpSpPr>
        <p:sp>
          <p:nvSpPr>
            <p:cNvPr id="88" name="Google Shape;88;p14"/>
            <p:cNvSpPr/>
            <p:nvPr/>
          </p:nvSpPr>
          <p:spPr>
            <a:xfrm>
              <a:off x="2403476" y="1158902"/>
              <a:ext cx="4317684" cy="73152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4"/>
            <p:cNvSpPr/>
            <p:nvPr/>
          </p:nvSpPr>
          <p:spPr>
            <a:xfrm>
              <a:off x="2403476" y="1963574"/>
              <a:ext cx="4317684" cy="3384463"/>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4"/>
            <p:cNvSpPr/>
            <p:nvPr/>
          </p:nvSpPr>
          <p:spPr>
            <a:xfrm rot="10800000">
              <a:off x="4358702" y="5345655"/>
              <a:ext cx="407233" cy="351063"/>
            </a:xfrm>
            <a:prstGeom prst="triangl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 name="Google Shape;91;p14"/>
          <p:cNvSpPr txBox="1"/>
          <p:nvPr>
            <p:ph type="title"/>
          </p:nvPr>
        </p:nvSpPr>
        <p:spPr>
          <a:xfrm>
            <a:off x="2479148" y="2028827"/>
            <a:ext cx="4162952" cy="1732474"/>
          </a:xfrm>
          <a:prstGeom prst="rect">
            <a:avLst/>
          </a:prstGeom>
          <a:noFill/>
          <a:ln>
            <a:noFill/>
          </a:ln>
        </p:spPr>
        <p:txBody>
          <a:bodyPr anchorCtr="0" anchor="b" bIns="0" lIns="228600" spcFirstLastPara="1" rIns="228600" wrap="square" tIns="228600">
            <a:normAutofit/>
          </a:bodyPr>
          <a:lstStyle>
            <a:lvl1pPr lvl="0" algn="ctr">
              <a:lnSpc>
                <a:spcPct val="85000"/>
              </a:lnSpc>
              <a:spcBef>
                <a:spcPts val="0"/>
              </a:spcBef>
              <a:spcAft>
                <a:spcPts val="0"/>
              </a:spcAft>
              <a:buClr>
                <a:srgbClr val="FFFEFF"/>
              </a:buClr>
              <a:buSzPts val="3600"/>
              <a:buFont typeface="Calibri"/>
              <a:buNone/>
              <a:defRPr sz="3600">
                <a:solidFill>
                  <a:srgbClr val="FFFE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14"/>
          <p:cNvSpPr txBox="1"/>
          <p:nvPr>
            <p:ph idx="1" type="body"/>
          </p:nvPr>
        </p:nvSpPr>
        <p:spPr>
          <a:xfrm>
            <a:off x="2479148" y="3843338"/>
            <a:ext cx="4162952" cy="1426097"/>
          </a:xfrm>
          <a:prstGeom prst="rect">
            <a:avLst/>
          </a:prstGeom>
          <a:noFill/>
          <a:ln>
            <a:noFill/>
          </a:ln>
        </p:spPr>
        <p:txBody>
          <a:bodyPr anchorCtr="0" anchor="t" bIns="45700" lIns="91425" spcFirstLastPara="1" rIns="91425" wrap="square" tIns="0">
            <a:normAutofit/>
          </a:bodyPr>
          <a:lstStyle>
            <a:lvl1pPr indent="-228600" lvl="0" marL="457200" algn="ctr">
              <a:lnSpc>
                <a:spcPct val="120000"/>
              </a:lnSpc>
              <a:spcBef>
                <a:spcPts val="750"/>
              </a:spcBef>
              <a:spcAft>
                <a:spcPts val="0"/>
              </a:spcAft>
              <a:buSzPts val="1760"/>
              <a:buNone/>
              <a:defRPr sz="1600">
                <a:solidFill>
                  <a:srgbClr val="FFFEFF"/>
                </a:solidFill>
              </a:defRPr>
            </a:lvl1pPr>
            <a:lvl2pPr indent="-228600" lvl="1" marL="914400" algn="l">
              <a:lnSpc>
                <a:spcPct val="120000"/>
              </a:lnSpc>
              <a:spcBef>
                <a:spcPts val="375"/>
              </a:spcBef>
              <a:spcAft>
                <a:spcPts val="0"/>
              </a:spcAft>
              <a:buSzPts val="1650"/>
              <a:buNone/>
              <a:defRPr sz="1500">
                <a:solidFill>
                  <a:srgbClr val="888888"/>
                </a:solidFill>
              </a:defRPr>
            </a:lvl2pPr>
            <a:lvl3pPr indent="-228600" lvl="2" marL="1371600" algn="l">
              <a:lnSpc>
                <a:spcPct val="120000"/>
              </a:lnSpc>
              <a:spcBef>
                <a:spcPts val="375"/>
              </a:spcBef>
              <a:spcAft>
                <a:spcPts val="0"/>
              </a:spcAft>
              <a:buSzPts val="1485"/>
              <a:buNone/>
              <a:defRPr sz="1350">
                <a:solidFill>
                  <a:srgbClr val="888888"/>
                </a:solidFill>
              </a:defRPr>
            </a:lvl3pPr>
            <a:lvl4pPr indent="-228600" lvl="3" marL="1828800" algn="l">
              <a:lnSpc>
                <a:spcPct val="120000"/>
              </a:lnSpc>
              <a:spcBef>
                <a:spcPts val="375"/>
              </a:spcBef>
              <a:spcAft>
                <a:spcPts val="0"/>
              </a:spcAft>
              <a:buSzPts val="1320"/>
              <a:buNone/>
              <a:defRPr sz="1200">
                <a:solidFill>
                  <a:srgbClr val="888888"/>
                </a:solidFill>
              </a:defRPr>
            </a:lvl4pPr>
            <a:lvl5pPr indent="-228600" lvl="4" marL="2286000" algn="l">
              <a:lnSpc>
                <a:spcPct val="120000"/>
              </a:lnSpc>
              <a:spcBef>
                <a:spcPts val="375"/>
              </a:spcBef>
              <a:spcAft>
                <a:spcPts val="0"/>
              </a:spcAft>
              <a:buSzPts val="1320"/>
              <a:buNone/>
              <a:defRPr sz="1200">
                <a:solidFill>
                  <a:srgbClr val="888888"/>
                </a:solidFill>
              </a:defRPr>
            </a:lvl5pPr>
            <a:lvl6pPr indent="-228600" lvl="5" marL="2743200" algn="l">
              <a:lnSpc>
                <a:spcPct val="120000"/>
              </a:lnSpc>
              <a:spcBef>
                <a:spcPts val="375"/>
              </a:spcBef>
              <a:spcAft>
                <a:spcPts val="0"/>
              </a:spcAft>
              <a:buSzPts val="1320"/>
              <a:buNone/>
              <a:defRPr sz="1200">
                <a:solidFill>
                  <a:srgbClr val="888888"/>
                </a:solidFill>
              </a:defRPr>
            </a:lvl6pPr>
            <a:lvl7pPr indent="-228600" lvl="6" marL="3200400" algn="l">
              <a:lnSpc>
                <a:spcPct val="120000"/>
              </a:lnSpc>
              <a:spcBef>
                <a:spcPts val="375"/>
              </a:spcBef>
              <a:spcAft>
                <a:spcPts val="0"/>
              </a:spcAft>
              <a:buSzPts val="1320"/>
              <a:buNone/>
              <a:defRPr sz="1200">
                <a:solidFill>
                  <a:srgbClr val="888888"/>
                </a:solidFill>
              </a:defRPr>
            </a:lvl7pPr>
            <a:lvl8pPr indent="-228600" lvl="7" marL="3657600" algn="l">
              <a:lnSpc>
                <a:spcPct val="120000"/>
              </a:lnSpc>
              <a:spcBef>
                <a:spcPts val="375"/>
              </a:spcBef>
              <a:spcAft>
                <a:spcPts val="0"/>
              </a:spcAft>
              <a:buSzPts val="1320"/>
              <a:buNone/>
              <a:defRPr sz="1200">
                <a:solidFill>
                  <a:srgbClr val="888888"/>
                </a:solidFill>
              </a:defRPr>
            </a:lvl8pPr>
            <a:lvl9pPr indent="-228600" lvl="8" marL="4114800" algn="l">
              <a:lnSpc>
                <a:spcPct val="120000"/>
              </a:lnSpc>
              <a:spcBef>
                <a:spcPts val="375"/>
              </a:spcBef>
              <a:spcAft>
                <a:spcPts val="0"/>
              </a:spcAft>
              <a:buSzPts val="1320"/>
              <a:buNone/>
              <a:defRPr sz="1200">
                <a:solidFill>
                  <a:srgbClr val="888888"/>
                </a:solidFill>
              </a:defRPr>
            </a:lvl9pPr>
          </a:lstStyle>
          <a:p/>
        </p:txBody>
      </p:sp>
      <p:sp>
        <p:nvSpPr>
          <p:cNvPr id="93" name="Google Shape;93;p14"/>
          <p:cNvSpPr txBox="1"/>
          <p:nvPr>
            <p:ph idx="10" type="dt"/>
          </p:nvPr>
        </p:nvSpPr>
        <p:spPr>
          <a:xfrm>
            <a:off x="640080" y="320040"/>
            <a:ext cx="2743200"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14"/>
          <p:cNvSpPr txBox="1"/>
          <p:nvPr>
            <p:ph idx="11" type="ftr"/>
          </p:nvPr>
        </p:nvSpPr>
        <p:spPr>
          <a:xfrm>
            <a:off x="640080" y="6227064"/>
            <a:ext cx="7854696" cy="32004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14"/>
          <p:cNvSpPr txBox="1"/>
          <p:nvPr>
            <p:ph idx="12" type="sldNum"/>
          </p:nvPr>
        </p:nvSpPr>
        <p:spPr>
          <a:xfrm>
            <a:off x="7808976" y="320040"/>
            <a:ext cx="685800" cy="32004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96" name="Shape 96"/>
        <p:cNvGrpSpPr/>
        <p:nvPr/>
      </p:nvGrpSpPr>
      <p:grpSpPr>
        <a:xfrm>
          <a:off x="0" y="0"/>
          <a:ext cx="0" cy="0"/>
          <a:chOff x="0" y="0"/>
          <a:chExt cx="0" cy="0"/>
        </a:xfrm>
      </p:grpSpPr>
      <p:grpSp>
        <p:nvGrpSpPr>
          <p:cNvPr id="97" name="Google Shape;97;p15"/>
          <p:cNvGrpSpPr/>
          <p:nvPr/>
        </p:nvGrpSpPr>
        <p:grpSpPr>
          <a:xfrm>
            <a:off x="-286226" y="0"/>
            <a:ext cx="9421759" cy="6858001"/>
            <a:chOff x="1243013" y="0"/>
            <a:chExt cx="9402763" cy="6858001"/>
          </a:xfrm>
        </p:grpSpPr>
        <p:sp>
          <p:nvSpPr>
            <p:cNvPr id="98" name="Google Shape;98;p15"/>
            <p:cNvSpPr/>
            <p:nvPr/>
          </p:nvSpPr>
          <p:spPr>
            <a:xfrm>
              <a:off x="2289175" y="0"/>
              <a:ext cx="3867150" cy="6848475"/>
            </a:xfrm>
            <a:custGeom>
              <a:rect b="b" l="l" r="r" t="t"/>
              <a:pathLst>
                <a:path extrusionOk="0" h="1440" w="813">
                  <a:moveTo>
                    <a:pt x="813" y="0"/>
                  </a:moveTo>
                  <a:cubicBezTo>
                    <a:pt x="331" y="221"/>
                    <a:pt x="0" y="1039"/>
                    <a:pt x="43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5"/>
            <p:cNvSpPr/>
            <p:nvPr/>
          </p:nvSpPr>
          <p:spPr>
            <a:xfrm>
              <a:off x="9604375" y="9525"/>
              <a:ext cx="1041400" cy="328613"/>
            </a:xfrm>
            <a:custGeom>
              <a:rect b="b" l="l" r="r" t="t"/>
              <a:pathLst>
                <a:path extrusionOk="0" h="69" w="219">
                  <a:moveTo>
                    <a:pt x="219" y="69"/>
                  </a:moveTo>
                  <a:cubicBezTo>
                    <a:pt x="147" y="41"/>
                    <a:pt x="71" y="19"/>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5"/>
            <p:cNvSpPr/>
            <p:nvPr/>
          </p:nvSpPr>
          <p:spPr>
            <a:xfrm>
              <a:off x="9223375" y="5578475"/>
              <a:ext cx="1422400" cy="1270000"/>
            </a:xfrm>
            <a:custGeom>
              <a:rect b="b" l="l" r="r" t="t"/>
              <a:pathLst>
                <a:path extrusionOk="0" h="267" w="299">
                  <a:moveTo>
                    <a:pt x="0" y="267"/>
                  </a:moveTo>
                  <a:cubicBezTo>
                    <a:pt x="105" y="186"/>
                    <a:pt x="206" y="96"/>
                    <a:pt x="299"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5"/>
            <p:cNvSpPr/>
            <p:nvPr/>
          </p:nvSpPr>
          <p:spPr>
            <a:xfrm>
              <a:off x="2103438" y="0"/>
              <a:ext cx="3681413" cy="6848475"/>
            </a:xfrm>
            <a:custGeom>
              <a:rect b="b" l="l" r="r" t="t"/>
              <a:pathLst>
                <a:path extrusionOk="0" h="1440" w="774">
                  <a:moveTo>
                    <a:pt x="774" y="0"/>
                  </a:moveTo>
                  <a:cubicBezTo>
                    <a:pt x="312" y="240"/>
                    <a:pt x="0" y="1034"/>
                    <a:pt x="411" y="144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5"/>
            <p:cNvSpPr/>
            <p:nvPr/>
          </p:nvSpPr>
          <p:spPr>
            <a:xfrm>
              <a:off x="10179050" y="9525"/>
              <a:ext cx="466725" cy="157163"/>
            </a:xfrm>
            <a:custGeom>
              <a:rect b="b" l="l" r="r" t="t"/>
              <a:pathLst>
                <a:path extrusionOk="0" h="33" w="98">
                  <a:moveTo>
                    <a:pt x="98" y="33"/>
                  </a:moveTo>
                  <a:cubicBezTo>
                    <a:pt x="65" y="21"/>
                    <a:pt x="33" y="10"/>
                    <a:pt x="0"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5"/>
            <p:cNvSpPr/>
            <p:nvPr/>
          </p:nvSpPr>
          <p:spPr>
            <a:xfrm>
              <a:off x="9471025" y="5811838"/>
              <a:ext cx="1174750" cy="1046163"/>
            </a:xfrm>
            <a:custGeom>
              <a:rect b="b" l="l" r="r" t="t"/>
              <a:pathLst>
                <a:path extrusionOk="0" h="220" w="247">
                  <a:moveTo>
                    <a:pt x="0" y="220"/>
                  </a:moveTo>
                  <a:cubicBezTo>
                    <a:pt x="86" y="152"/>
                    <a:pt x="169" y="78"/>
                    <a:pt x="247"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5"/>
            <p:cNvSpPr/>
            <p:nvPr/>
          </p:nvSpPr>
          <p:spPr>
            <a:xfrm>
              <a:off x="1985963" y="0"/>
              <a:ext cx="3622675" cy="6848475"/>
            </a:xfrm>
            <a:custGeom>
              <a:rect b="b" l="l" r="r" t="t"/>
              <a:pathLst>
                <a:path extrusionOk="0" h="1440" w="762">
                  <a:moveTo>
                    <a:pt x="762" y="0"/>
                  </a:moveTo>
                  <a:cubicBezTo>
                    <a:pt x="308" y="245"/>
                    <a:pt x="0" y="1033"/>
                    <a:pt x="403"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5"/>
            <p:cNvSpPr/>
            <p:nvPr/>
          </p:nvSpPr>
          <p:spPr>
            <a:xfrm>
              <a:off x="10479088" y="9525"/>
              <a:ext cx="166688" cy="57150"/>
            </a:xfrm>
            <a:custGeom>
              <a:rect b="b" l="l" r="r" t="t"/>
              <a:pathLst>
                <a:path extrusionOk="0" h="12" w="35">
                  <a:moveTo>
                    <a:pt x="35" y="12"/>
                  </a:moveTo>
                  <a:cubicBezTo>
                    <a:pt x="23" y="8"/>
                    <a:pt x="12" y="4"/>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5"/>
            <p:cNvSpPr/>
            <p:nvPr/>
          </p:nvSpPr>
          <p:spPr>
            <a:xfrm>
              <a:off x="9618663" y="5940425"/>
              <a:ext cx="1027113" cy="908050"/>
            </a:xfrm>
            <a:custGeom>
              <a:rect b="b" l="l" r="r" t="t"/>
              <a:pathLst>
                <a:path extrusionOk="0" h="191" w="216">
                  <a:moveTo>
                    <a:pt x="0" y="191"/>
                  </a:moveTo>
                  <a:cubicBezTo>
                    <a:pt x="75" y="131"/>
                    <a:pt x="147" y="67"/>
                    <a:pt x="216"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5"/>
            <p:cNvSpPr/>
            <p:nvPr/>
          </p:nvSpPr>
          <p:spPr>
            <a:xfrm>
              <a:off x="1985963" y="0"/>
              <a:ext cx="3248025" cy="6848475"/>
            </a:xfrm>
            <a:custGeom>
              <a:rect b="b" l="l" r="r" t="t"/>
              <a:pathLst>
                <a:path extrusionOk="0" h="1440" w="683">
                  <a:moveTo>
                    <a:pt x="683" y="0"/>
                  </a:moveTo>
                  <a:cubicBezTo>
                    <a:pt x="258" y="256"/>
                    <a:pt x="0" y="1041"/>
                    <a:pt x="35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5"/>
            <p:cNvSpPr/>
            <p:nvPr/>
          </p:nvSpPr>
          <p:spPr>
            <a:xfrm>
              <a:off x="9780588" y="6054725"/>
              <a:ext cx="865188" cy="793750"/>
            </a:xfrm>
            <a:custGeom>
              <a:rect b="b" l="l" r="r" t="t"/>
              <a:pathLst>
                <a:path extrusionOk="0" h="167" w="182">
                  <a:moveTo>
                    <a:pt x="0" y="167"/>
                  </a:moveTo>
                  <a:cubicBezTo>
                    <a:pt x="63" y="114"/>
                    <a:pt x="123" y="58"/>
                    <a:pt x="182"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5"/>
            <p:cNvSpPr/>
            <p:nvPr/>
          </p:nvSpPr>
          <p:spPr>
            <a:xfrm>
              <a:off x="1871663" y="0"/>
              <a:ext cx="3233738" cy="6848475"/>
            </a:xfrm>
            <a:custGeom>
              <a:rect b="b" l="l" r="r" t="t"/>
              <a:pathLst>
                <a:path extrusionOk="0" h="1440" w="680">
                  <a:moveTo>
                    <a:pt x="680" y="0"/>
                  </a:moveTo>
                  <a:cubicBezTo>
                    <a:pt x="257" y="265"/>
                    <a:pt x="0" y="1026"/>
                    <a:pt x="337"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5"/>
            <p:cNvSpPr/>
            <p:nvPr/>
          </p:nvSpPr>
          <p:spPr>
            <a:xfrm>
              <a:off x="9956800" y="6216650"/>
              <a:ext cx="688975" cy="631825"/>
            </a:xfrm>
            <a:custGeom>
              <a:rect b="b" l="l" r="r" t="t"/>
              <a:pathLst>
                <a:path extrusionOk="0" h="133" w="145">
                  <a:moveTo>
                    <a:pt x="0" y="133"/>
                  </a:moveTo>
                  <a:cubicBezTo>
                    <a:pt x="50" y="90"/>
                    <a:pt x="98" y="46"/>
                    <a:pt x="145"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5"/>
            <p:cNvSpPr/>
            <p:nvPr/>
          </p:nvSpPr>
          <p:spPr>
            <a:xfrm>
              <a:off x="1466850" y="0"/>
              <a:ext cx="3424238" cy="6848475"/>
            </a:xfrm>
            <a:custGeom>
              <a:rect b="b" l="l" r="r" t="t"/>
              <a:pathLst>
                <a:path extrusionOk="0" h="1440" w="720">
                  <a:moveTo>
                    <a:pt x="720" y="0"/>
                  </a:moveTo>
                  <a:cubicBezTo>
                    <a:pt x="316" y="282"/>
                    <a:pt x="0" y="1018"/>
                    <a:pt x="362"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5"/>
            <p:cNvSpPr/>
            <p:nvPr/>
          </p:nvSpPr>
          <p:spPr>
            <a:xfrm>
              <a:off x="10264775" y="6519863"/>
              <a:ext cx="381000" cy="328613"/>
            </a:xfrm>
            <a:custGeom>
              <a:rect b="b" l="l" r="r" t="t"/>
              <a:pathLst>
                <a:path extrusionOk="0" h="69" w="80">
                  <a:moveTo>
                    <a:pt x="0" y="69"/>
                  </a:moveTo>
                  <a:cubicBezTo>
                    <a:pt x="27" y="47"/>
                    <a:pt x="53" y="24"/>
                    <a:pt x="8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5"/>
            <p:cNvSpPr/>
            <p:nvPr/>
          </p:nvSpPr>
          <p:spPr>
            <a:xfrm>
              <a:off x="1581150" y="0"/>
              <a:ext cx="2720975" cy="6848475"/>
            </a:xfrm>
            <a:custGeom>
              <a:rect b="b" l="l" r="r" t="t"/>
              <a:pathLst>
                <a:path extrusionOk="0" h="1440" w="572">
                  <a:moveTo>
                    <a:pt x="572" y="0"/>
                  </a:moveTo>
                  <a:cubicBezTo>
                    <a:pt x="213" y="320"/>
                    <a:pt x="0" y="979"/>
                    <a:pt x="164" y="1440"/>
                  </a:cubicBezTo>
                </a:path>
              </a:pathLst>
            </a:custGeom>
            <a:noFill/>
            <a:ln cap="flat" cmpd="sng" w="12700">
              <a:solidFill>
                <a:schemeClr val="dk1">
                  <a:alpha val="20000"/>
                </a:schemeClr>
              </a:solidFill>
              <a:prstDash val="dashDot"/>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5"/>
            <p:cNvSpPr/>
            <p:nvPr/>
          </p:nvSpPr>
          <p:spPr>
            <a:xfrm>
              <a:off x="1243013" y="0"/>
              <a:ext cx="2949575" cy="6848475"/>
            </a:xfrm>
            <a:custGeom>
              <a:rect b="b" l="l" r="r" t="t"/>
              <a:pathLst>
                <a:path extrusionOk="0" h="1440" w="620">
                  <a:moveTo>
                    <a:pt x="620" y="0"/>
                  </a:moveTo>
                  <a:cubicBezTo>
                    <a:pt x="248" y="325"/>
                    <a:pt x="0" y="960"/>
                    <a:pt x="186" y="1440"/>
                  </a:cubicBezTo>
                </a:path>
              </a:pathLst>
            </a:custGeom>
            <a:noFill/>
            <a:ln cap="flat" cmpd="sng" w="9525">
              <a:solidFill>
                <a:schemeClr val="dk1">
                  <a:alpha val="20000"/>
                </a:schemeClr>
              </a:solidFill>
              <a:prstDash val="lg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5"/>
            <p:cNvSpPr/>
            <p:nvPr/>
          </p:nvSpPr>
          <p:spPr>
            <a:xfrm>
              <a:off x="1524000" y="0"/>
              <a:ext cx="1446213" cy="2030413"/>
            </a:xfrm>
            <a:custGeom>
              <a:rect b="b" l="l" r="r" t="t"/>
              <a:pathLst>
                <a:path extrusionOk="0" h="427" w="304">
                  <a:moveTo>
                    <a:pt x="304" y="0"/>
                  </a:moveTo>
                  <a:cubicBezTo>
                    <a:pt x="170" y="120"/>
                    <a:pt x="69" y="267"/>
                    <a:pt x="0" y="427"/>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5"/>
            <p:cNvSpPr/>
            <p:nvPr/>
          </p:nvSpPr>
          <p:spPr>
            <a:xfrm>
              <a:off x="1524000" y="9525"/>
              <a:ext cx="1246188" cy="1641475"/>
            </a:xfrm>
            <a:custGeom>
              <a:rect b="b" l="l" r="r" t="t"/>
              <a:pathLst>
                <a:path extrusionOk="0" h="345" w="262">
                  <a:moveTo>
                    <a:pt x="262" y="0"/>
                  </a:moveTo>
                  <a:cubicBezTo>
                    <a:pt x="152" y="102"/>
                    <a:pt x="65" y="217"/>
                    <a:pt x="0" y="345"/>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5"/>
            <p:cNvSpPr/>
            <p:nvPr/>
          </p:nvSpPr>
          <p:spPr>
            <a:xfrm>
              <a:off x="1524000" y="0"/>
              <a:ext cx="1036638" cy="1212850"/>
            </a:xfrm>
            <a:custGeom>
              <a:rect b="b" l="l" r="r" t="t"/>
              <a:pathLst>
                <a:path extrusionOk="0" h="255" w="218">
                  <a:moveTo>
                    <a:pt x="218" y="0"/>
                  </a:moveTo>
                  <a:cubicBezTo>
                    <a:pt x="137" y="77"/>
                    <a:pt x="62" y="162"/>
                    <a:pt x="0" y="255"/>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15"/>
          <p:cNvGrpSpPr/>
          <p:nvPr/>
        </p:nvGrpSpPr>
        <p:grpSpPr>
          <a:xfrm>
            <a:off x="640080" y="1699589"/>
            <a:ext cx="3286552" cy="3470421"/>
            <a:chOff x="640080" y="1699589"/>
            <a:chExt cx="3286552" cy="3470421"/>
          </a:xfrm>
        </p:grpSpPr>
        <p:sp>
          <p:nvSpPr>
            <p:cNvPr id="119" name="Google Shape;119;p15"/>
            <p:cNvSpPr/>
            <p:nvPr/>
          </p:nvSpPr>
          <p:spPr>
            <a:xfrm>
              <a:off x="644453" y="1699589"/>
              <a:ext cx="3277806" cy="50292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5"/>
            <p:cNvSpPr/>
            <p:nvPr/>
          </p:nvSpPr>
          <p:spPr>
            <a:xfrm rot="10800000">
              <a:off x="2125363" y="4897607"/>
              <a:ext cx="315988" cy="272403"/>
            </a:xfrm>
            <a:prstGeom prst="triangl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5"/>
            <p:cNvSpPr/>
            <p:nvPr/>
          </p:nvSpPr>
          <p:spPr>
            <a:xfrm>
              <a:off x="640080" y="2275661"/>
              <a:ext cx="3286552" cy="262432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 name="Google Shape;122;p15"/>
          <p:cNvSpPr txBox="1"/>
          <p:nvPr>
            <p:ph type="title"/>
          </p:nvPr>
        </p:nvSpPr>
        <p:spPr>
          <a:xfrm>
            <a:off x="719952" y="2355068"/>
            <a:ext cx="3122163" cy="2459808"/>
          </a:xfrm>
          <a:prstGeom prst="rect">
            <a:avLst/>
          </a:prstGeom>
          <a:noFill/>
          <a:ln>
            <a:noFill/>
          </a:ln>
        </p:spPr>
        <p:txBody>
          <a:bodyPr anchorCtr="0" anchor="ctr" bIns="91425" lIns="91425" spcFirstLastPara="1" rIns="91425" wrap="square" tIns="91425">
            <a:normAutofit/>
          </a:bodyPr>
          <a:lstStyle>
            <a:lvl1pPr lvl="0" algn="ctr">
              <a:lnSpc>
                <a:spcPct val="85000"/>
              </a:lnSpc>
              <a:spcBef>
                <a:spcPts val="0"/>
              </a:spcBef>
              <a:spcAft>
                <a:spcPts val="0"/>
              </a:spcAft>
              <a:buClr>
                <a:srgbClr val="FFFEFF"/>
              </a:buClr>
              <a:buSzPts val="3200"/>
              <a:buFont typeface="Calibri"/>
              <a:buNone/>
              <a:defRPr>
                <a:solidFill>
                  <a:srgbClr val="FFFE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3" name="Google Shape;123;p15"/>
          <p:cNvSpPr txBox="1"/>
          <p:nvPr>
            <p:ph idx="1" type="body"/>
          </p:nvPr>
        </p:nvSpPr>
        <p:spPr>
          <a:xfrm>
            <a:off x="4423014" y="804029"/>
            <a:ext cx="4091674" cy="2459342"/>
          </a:xfrm>
          <a:prstGeom prst="rect">
            <a:avLst/>
          </a:prstGeom>
          <a:noFill/>
          <a:ln>
            <a:noFill/>
          </a:ln>
        </p:spPr>
        <p:txBody>
          <a:bodyPr anchorCtr="0" anchor="t" bIns="45700" lIns="91425" spcFirstLastPara="1" rIns="91425" wrap="square" tIns="45700">
            <a:normAutofit/>
          </a:bodyPr>
          <a:lstStyle>
            <a:lvl1pPr indent="-354330" lvl="0" marL="457200" algn="l">
              <a:lnSpc>
                <a:spcPct val="120000"/>
              </a:lnSpc>
              <a:spcBef>
                <a:spcPts val="750"/>
              </a:spcBef>
              <a:spcAft>
                <a:spcPts val="0"/>
              </a:spcAft>
              <a:buSzPts val="1980"/>
              <a:buChar char="▪"/>
              <a:defRPr/>
            </a:lvl1pPr>
            <a:lvl2pPr indent="-354330" lvl="1" marL="914400" algn="l">
              <a:lnSpc>
                <a:spcPct val="120000"/>
              </a:lnSpc>
              <a:spcBef>
                <a:spcPts val="375"/>
              </a:spcBef>
              <a:spcAft>
                <a:spcPts val="0"/>
              </a:spcAft>
              <a:buSzPts val="1980"/>
              <a:buChar char="▪"/>
              <a:defRPr/>
            </a:lvl2pPr>
            <a:lvl3pPr indent="-354330" lvl="2" marL="1371600" algn="l">
              <a:lnSpc>
                <a:spcPct val="120000"/>
              </a:lnSpc>
              <a:spcBef>
                <a:spcPts val="375"/>
              </a:spcBef>
              <a:spcAft>
                <a:spcPts val="0"/>
              </a:spcAft>
              <a:buSzPts val="1980"/>
              <a:buChar char="▪"/>
              <a:defRPr/>
            </a:lvl3pPr>
            <a:lvl4pPr indent="-354330" lvl="3" marL="1828800" algn="l">
              <a:lnSpc>
                <a:spcPct val="120000"/>
              </a:lnSpc>
              <a:spcBef>
                <a:spcPts val="375"/>
              </a:spcBef>
              <a:spcAft>
                <a:spcPts val="0"/>
              </a:spcAft>
              <a:buSzPts val="1980"/>
              <a:buChar char="▪"/>
              <a:defRPr/>
            </a:lvl4pPr>
            <a:lvl5pPr indent="-354329" lvl="4" marL="2286000" algn="l">
              <a:lnSpc>
                <a:spcPct val="120000"/>
              </a:lnSpc>
              <a:spcBef>
                <a:spcPts val="375"/>
              </a:spcBef>
              <a:spcAft>
                <a:spcPts val="0"/>
              </a:spcAft>
              <a:buSzPts val="1980"/>
              <a:buChar char="▪"/>
              <a:defRPr/>
            </a:lvl5pPr>
            <a:lvl6pPr indent="-354329" lvl="5" marL="2743200" algn="l">
              <a:lnSpc>
                <a:spcPct val="120000"/>
              </a:lnSpc>
              <a:spcBef>
                <a:spcPts val="375"/>
              </a:spcBef>
              <a:spcAft>
                <a:spcPts val="0"/>
              </a:spcAft>
              <a:buSzPts val="1980"/>
              <a:buChar char="▪"/>
              <a:defRPr/>
            </a:lvl6pPr>
            <a:lvl7pPr indent="-354329" lvl="6" marL="3200400" algn="l">
              <a:lnSpc>
                <a:spcPct val="120000"/>
              </a:lnSpc>
              <a:spcBef>
                <a:spcPts val="375"/>
              </a:spcBef>
              <a:spcAft>
                <a:spcPts val="0"/>
              </a:spcAft>
              <a:buSzPts val="1980"/>
              <a:buChar char="▪"/>
              <a:defRPr/>
            </a:lvl7pPr>
            <a:lvl8pPr indent="-354329" lvl="7" marL="3657600" algn="l">
              <a:lnSpc>
                <a:spcPct val="120000"/>
              </a:lnSpc>
              <a:spcBef>
                <a:spcPts val="375"/>
              </a:spcBef>
              <a:spcAft>
                <a:spcPts val="0"/>
              </a:spcAft>
              <a:buSzPts val="1980"/>
              <a:buChar char="▪"/>
              <a:defRPr/>
            </a:lvl8pPr>
            <a:lvl9pPr indent="-354329" lvl="8" marL="4114800" algn="l">
              <a:lnSpc>
                <a:spcPct val="120000"/>
              </a:lnSpc>
              <a:spcBef>
                <a:spcPts val="375"/>
              </a:spcBef>
              <a:spcAft>
                <a:spcPts val="0"/>
              </a:spcAft>
              <a:buSzPts val="1980"/>
              <a:buChar char="▪"/>
              <a:defRPr/>
            </a:lvl9pPr>
          </a:lstStyle>
          <a:p/>
        </p:txBody>
      </p:sp>
      <p:sp>
        <p:nvSpPr>
          <p:cNvPr id="124" name="Google Shape;124;p15"/>
          <p:cNvSpPr txBox="1"/>
          <p:nvPr>
            <p:ph idx="2" type="body"/>
          </p:nvPr>
        </p:nvSpPr>
        <p:spPr>
          <a:xfrm>
            <a:off x="4420283" y="3585104"/>
            <a:ext cx="4094404" cy="2470646"/>
          </a:xfrm>
          <a:prstGeom prst="rect">
            <a:avLst/>
          </a:prstGeom>
          <a:noFill/>
          <a:ln>
            <a:noFill/>
          </a:ln>
        </p:spPr>
        <p:txBody>
          <a:bodyPr anchorCtr="0" anchor="t" bIns="45700" lIns="91425" spcFirstLastPara="1" rIns="91425" wrap="square" tIns="45700">
            <a:normAutofit/>
          </a:bodyPr>
          <a:lstStyle>
            <a:lvl1pPr indent="-354330" lvl="0" marL="457200" algn="l">
              <a:lnSpc>
                <a:spcPct val="120000"/>
              </a:lnSpc>
              <a:spcBef>
                <a:spcPts val="750"/>
              </a:spcBef>
              <a:spcAft>
                <a:spcPts val="0"/>
              </a:spcAft>
              <a:buSzPts val="1980"/>
              <a:buChar char="▪"/>
              <a:defRPr/>
            </a:lvl1pPr>
            <a:lvl2pPr indent="-354330" lvl="1" marL="914400" algn="l">
              <a:lnSpc>
                <a:spcPct val="120000"/>
              </a:lnSpc>
              <a:spcBef>
                <a:spcPts val="375"/>
              </a:spcBef>
              <a:spcAft>
                <a:spcPts val="0"/>
              </a:spcAft>
              <a:buSzPts val="1980"/>
              <a:buChar char="▪"/>
              <a:defRPr/>
            </a:lvl2pPr>
            <a:lvl3pPr indent="-354330" lvl="2" marL="1371600" algn="l">
              <a:lnSpc>
                <a:spcPct val="120000"/>
              </a:lnSpc>
              <a:spcBef>
                <a:spcPts val="375"/>
              </a:spcBef>
              <a:spcAft>
                <a:spcPts val="0"/>
              </a:spcAft>
              <a:buSzPts val="1980"/>
              <a:buChar char="▪"/>
              <a:defRPr/>
            </a:lvl3pPr>
            <a:lvl4pPr indent="-354330" lvl="3" marL="1828800" algn="l">
              <a:lnSpc>
                <a:spcPct val="120000"/>
              </a:lnSpc>
              <a:spcBef>
                <a:spcPts val="375"/>
              </a:spcBef>
              <a:spcAft>
                <a:spcPts val="0"/>
              </a:spcAft>
              <a:buSzPts val="1980"/>
              <a:buChar char="▪"/>
              <a:defRPr/>
            </a:lvl4pPr>
            <a:lvl5pPr indent="-354329" lvl="4" marL="2286000" algn="l">
              <a:lnSpc>
                <a:spcPct val="120000"/>
              </a:lnSpc>
              <a:spcBef>
                <a:spcPts val="375"/>
              </a:spcBef>
              <a:spcAft>
                <a:spcPts val="0"/>
              </a:spcAft>
              <a:buSzPts val="1980"/>
              <a:buChar char="▪"/>
              <a:defRPr/>
            </a:lvl5pPr>
            <a:lvl6pPr indent="-354329" lvl="5" marL="2743200" algn="l">
              <a:lnSpc>
                <a:spcPct val="120000"/>
              </a:lnSpc>
              <a:spcBef>
                <a:spcPts val="375"/>
              </a:spcBef>
              <a:spcAft>
                <a:spcPts val="0"/>
              </a:spcAft>
              <a:buSzPts val="1980"/>
              <a:buChar char="▪"/>
              <a:defRPr/>
            </a:lvl6pPr>
            <a:lvl7pPr indent="-354329" lvl="6" marL="3200400" algn="l">
              <a:lnSpc>
                <a:spcPct val="120000"/>
              </a:lnSpc>
              <a:spcBef>
                <a:spcPts val="375"/>
              </a:spcBef>
              <a:spcAft>
                <a:spcPts val="0"/>
              </a:spcAft>
              <a:buSzPts val="1980"/>
              <a:buChar char="▪"/>
              <a:defRPr/>
            </a:lvl7pPr>
            <a:lvl8pPr indent="-354329" lvl="7" marL="3657600" algn="l">
              <a:lnSpc>
                <a:spcPct val="120000"/>
              </a:lnSpc>
              <a:spcBef>
                <a:spcPts val="375"/>
              </a:spcBef>
              <a:spcAft>
                <a:spcPts val="0"/>
              </a:spcAft>
              <a:buSzPts val="1980"/>
              <a:buChar char="▪"/>
              <a:defRPr/>
            </a:lvl8pPr>
            <a:lvl9pPr indent="-354329" lvl="8" marL="4114800" algn="l">
              <a:lnSpc>
                <a:spcPct val="120000"/>
              </a:lnSpc>
              <a:spcBef>
                <a:spcPts val="375"/>
              </a:spcBef>
              <a:spcAft>
                <a:spcPts val="0"/>
              </a:spcAft>
              <a:buSzPts val="1980"/>
              <a:buChar char="▪"/>
              <a:defRPr/>
            </a:lvl9pPr>
          </a:lstStyle>
          <a:p/>
        </p:txBody>
      </p:sp>
      <p:sp>
        <p:nvSpPr>
          <p:cNvPr id="125" name="Google Shape;125;p15"/>
          <p:cNvSpPr txBox="1"/>
          <p:nvPr>
            <p:ph idx="10" type="dt"/>
          </p:nvPr>
        </p:nvSpPr>
        <p:spPr>
          <a:xfrm>
            <a:off x="640080" y="320040"/>
            <a:ext cx="2743200"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15"/>
          <p:cNvSpPr txBox="1"/>
          <p:nvPr>
            <p:ph idx="11" type="ftr"/>
          </p:nvPr>
        </p:nvSpPr>
        <p:spPr>
          <a:xfrm>
            <a:off x="640080" y="6227064"/>
            <a:ext cx="7854696" cy="32004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15"/>
          <p:cNvSpPr txBox="1"/>
          <p:nvPr>
            <p:ph idx="12" type="sldNum"/>
          </p:nvPr>
        </p:nvSpPr>
        <p:spPr>
          <a:xfrm>
            <a:off x="7808976" y="320040"/>
            <a:ext cx="685800" cy="32004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8" name="Shape 128"/>
        <p:cNvGrpSpPr/>
        <p:nvPr/>
      </p:nvGrpSpPr>
      <p:grpSpPr>
        <a:xfrm>
          <a:off x="0" y="0"/>
          <a:ext cx="0" cy="0"/>
          <a:chOff x="0" y="0"/>
          <a:chExt cx="0" cy="0"/>
        </a:xfrm>
      </p:grpSpPr>
      <p:grpSp>
        <p:nvGrpSpPr>
          <p:cNvPr id="129" name="Google Shape;129;p16"/>
          <p:cNvGrpSpPr/>
          <p:nvPr/>
        </p:nvGrpSpPr>
        <p:grpSpPr>
          <a:xfrm>
            <a:off x="-286226" y="0"/>
            <a:ext cx="9421759" cy="6858001"/>
            <a:chOff x="1243013" y="0"/>
            <a:chExt cx="9402763" cy="6858001"/>
          </a:xfrm>
        </p:grpSpPr>
        <p:sp>
          <p:nvSpPr>
            <p:cNvPr id="130" name="Google Shape;130;p16"/>
            <p:cNvSpPr/>
            <p:nvPr/>
          </p:nvSpPr>
          <p:spPr>
            <a:xfrm>
              <a:off x="2289175" y="0"/>
              <a:ext cx="3867150" cy="6848475"/>
            </a:xfrm>
            <a:custGeom>
              <a:rect b="b" l="l" r="r" t="t"/>
              <a:pathLst>
                <a:path extrusionOk="0" h="1440" w="813">
                  <a:moveTo>
                    <a:pt x="813" y="0"/>
                  </a:moveTo>
                  <a:cubicBezTo>
                    <a:pt x="331" y="221"/>
                    <a:pt x="0" y="1039"/>
                    <a:pt x="43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6"/>
            <p:cNvSpPr/>
            <p:nvPr/>
          </p:nvSpPr>
          <p:spPr>
            <a:xfrm>
              <a:off x="9604375" y="9525"/>
              <a:ext cx="1041400" cy="328613"/>
            </a:xfrm>
            <a:custGeom>
              <a:rect b="b" l="l" r="r" t="t"/>
              <a:pathLst>
                <a:path extrusionOk="0" h="69" w="219">
                  <a:moveTo>
                    <a:pt x="219" y="69"/>
                  </a:moveTo>
                  <a:cubicBezTo>
                    <a:pt x="147" y="41"/>
                    <a:pt x="71" y="19"/>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6"/>
            <p:cNvSpPr/>
            <p:nvPr/>
          </p:nvSpPr>
          <p:spPr>
            <a:xfrm>
              <a:off x="9223375" y="5578475"/>
              <a:ext cx="1422400" cy="1270000"/>
            </a:xfrm>
            <a:custGeom>
              <a:rect b="b" l="l" r="r" t="t"/>
              <a:pathLst>
                <a:path extrusionOk="0" h="267" w="299">
                  <a:moveTo>
                    <a:pt x="0" y="267"/>
                  </a:moveTo>
                  <a:cubicBezTo>
                    <a:pt x="105" y="186"/>
                    <a:pt x="206" y="96"/>
                    <a:pt x="299"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6"/>
            <p:cNvSpPr/>
            <p:nvPr/>
          </p:nvSpPr>
          <p:spPr>
            <a:xfrm>
              <a:off x="2103438" y="0"/>
              <a:ext cx="3681413" cy="6848475"/>
            </a:xfrm>
            <a:custGeom>
              <a:rect b="b" l="l" r="r" t="t"/>
              <a:pathLst>
                <a:path extrusionOk="0" h="1440" w="774">
                  <a:moveTo>
                    <a:pt x="774" y="0"/>
                  </a:moveTo>
                  <a:cubicBezTo>
                    <a:pt x="312" y="240"/>
                    <a:pt x="0" y="1034"/>
                    <a:pt x="411" y="144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6"/>
            <p:cNvSpPr/>
            <p:nvPr/>
          </p:nvSpPr>
          <p:spPr>
            <a:xfrm>
              <a:off x="10179050" y="9525"/>
              <a:ext cx="466725" cy="157163"/>
            </a:xfrm>
            <a:custGeom>
              <a:rect b="b" l="l" r="r" t="t"/>
              <a:pathLst>
                <a:path extrusionOk="0" h="33" w="98">
                  <a:moveTo>
                    <a:pt x="98" y="33"/>
                  </a:moveTo>
                  <a:cubicBezTo>
                    <a:pt x="65" y="21"/>
                    <a:pt x="33" y="10"/>
                    <a:pt x="0"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6"/>
            <p:cNvSpPr/>
            <p:nvPr/>
          </p:nvSpPr>
          <p:spPr>
            <a:xfrm>
              <a:off x="9471025" y="5811838"/>
              <a:ext cx="1174750" cy="1046163"/>
            </a:xfrm>
            <a:custGeom>
              <a:rect b="b" l="l" r="r" t="t"/>
              <a:pathLst>
                <a:path extrusionOk="0" h="220" w="247">
                  <a:moveTo>
                    <a:pt x="0" y="220"/>
                  </a:moveTo>
                  <a:cubicBezTo>
                    <a:pt x="86" y="152"/>
                    <a:pt x="169" y="78"/>
                    <a:pt x="247"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6"/>
            <p:cNvSpPr/>
            <p:nvPr/>
          </p:nvSpPr>
          <p:spPr>
            <a:xfrm>
              <a:off x="1985963" y="0"/>
              <a:ext cx="3622675" cy="6848475"/>
            </a:xfrm>
            <a:custGeom>
              <a:rect b="b" l="l" r="r" t="t"/>
              <a:pathLst>
                <a:path extrusionOk="0" h="1440" w="762">
                  <a:moveTo>
                    <a:pt x="762" y="0"/>
                  </a:moveTo>
                  <a:cubicBezTo>
                    <a:pt x="308" y="245"/>
                    <a:pt x="0" y="1033"/>
                    <a:pt x="403"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6"/>
            <p:cNvSpPr/>
            <p:nvPr/>
          </p:nvSpPr>
          <p:spPr>
            <a:xfrm>
              <a:off x="10479088" y="9525"/>
              <a:ext cx="166688" cy="57150"/>
            </a:xfrm>
            <a:custGeom>
              <a:rect b="b" l="l" r="r" t="t"/>
              <a:pathLst>
                <a:path extrusionOk="0" h="12" w="35">
                  <a:moveTo>
                    <a:pt x="35" y="12"/>
                  </a:moveTo>
                  <a:cubicBezTo>
                    <a:pt x="23" y="8"/>
                    <a:pt x="12" y="4"/>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6"/>
            <p:cNvSpPr/>
            <p:nvPr/>
          </p:nvSpPr>
          <p:spPr>
            <a:xfrm>
              <a:off x="9618663" y="5940425"/>
              <a:ext cx="1027113" cy="908050"/>
            </a:xfrm>
            <a:custGeom>
              <a:rect b="b" l="l" r="r" t="t"/>
              <a:pathLst>
                <a:path extrusionOk="0" h="191" w="216">
                  <a:moveTo>
                    <a:pt x="0" y="191"/>
                  </a:moveTo>
                  <a:cubicBezTo>
                    <a:pt x="75" y="131"/>
                    <a:pt x="147" y="67"/>
                    <a:pt x="216"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6"/>
            <p:cNvSpPr/>
            <p:nvPr/>
          </p:nvSpPr>
          <p:spPr>
            <a:xfrm>
              <a:off x="1985963" y="0"/>
              <a:ext cx="3248025" cy="6848475"/>
            </a:xfrm>
            <a:custGeom>
              <a:rect b="b" l="l" r="r" t="t"/>
              <a:pathLst>
                <a:path extrusionOk="0" h="1440" w="683">
                  <a:moveTo>
                    <a:pt x="683" y="0"/>
                  </a:moveTo>
                  <a:cubicBezTo>
                    <a:pt x="258" y="256"/>
                    <a:pt x="0" y="1041"/>
                    <a:pt x="35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6"/>
            <p:cNvSpPr/>
            <p:nvPr/>
          </p:nvSpPr>
          <p:spPr>
            <a:xfrm>
              <a:off x="9780588" y="6054725"/>
              <a:ext cx="865188" cy="793750"/>
            </a:xfrm>
            <a:custGeom>
              <a:rect b="b" l="l" r="r" t="t"/>
              <a:pathLst>
                <a:path extrusionOk="0" h="167" w="182">
                  <a:moveTo>
                    <a:pt x="0" y="167"/>
                  </a:moveTo>
                  <a:cubicBezTo>
                    <a:pt x="63" y="114"/>
                    <a:pt x="123" y="58"/>
                    <a:pt x="182"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6"/>
            <p:cNvSpPr/>
            <p:nvPr/>
          </p:nvSpPr>
          <p:spPr>
            <a:xfrm>
              <a:off x="1871663" y="0"/>
              <a:ext cx="3233738" cy="6848475"/>
            </a:xfrm>
            <a:custGeom>
              <a:rect b="b" l="l" r="r" t="t"/>
              <a:pathLst>
                <a:path extrusionOk="0" h="1440" w="680">
                  <a:moveTo>
                    <a:pt x="680" y="0"/>
                  </a:moveTo>
                  <a:cubicBezTo>
                    <a:pt x="257" y="265"/>
                    <a:pt x="0" y="1026"/>
                    <a:pt x="337"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6"/>
            <p:cNvSpPr/>
            <p:nvPr/>
          </p:nvSpPr>
          <p:spPr>
            <a:xfrm>
              <a:off x="9956800" y="6216650"/>
              <a:ext cx="688975" cy="631825"/>
            </a:xfrm>
            <a:custGeom>
              <a:rect b="b" l="l" r="r" t="t"/>
              <a:pathLst>
                <a:path extrusionOk="0" h="133" w="145">
                  <a:moveTo>
                    <a:pt x="0" y="133"/>
                  </a:moveTo>
                  <a:cubicBezTo>
                    <a:pt x="50" y="90"/>
                    <a:pt x="98" y="46"/>
                    <a:pt x="145"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6"/>
            <p:cNvSpPr/>
            <p:nvPr/>
          </p:nvSpPr>
          <p:spPr>
            <a:xfrm>
              <a:off x="1466850" y="0"/>
              <a:ext cx="3424238" cy="6848475"/>
            </a:xfrm>
            <a:custGeom>
              <a:rect b="b" l="l" r="r" t="t"/>
              <a:pathLst>
                <a:path extrusionOk="0" h="1440" w="720">
                  <a:moveTo>
                    <a:pt x="720" y="0"/>
                  </a:moveTo>
                  <a:cubicBezTo>
                    <a:pt x="316" y="282"/>
                    <a:pt x="0" y="1018"/>
                    <a:pt x="362"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6"/>
            <p:cNvSpPr/>
            <p:nvPr/>
          </p:nvSpPr>
          <p:spPr>
            <a:xfrm>
              <a:off x="10264775" y="6519863"/>
              <a:ext cx="381000" cy="328613"/>
            </a:xfrm>
            <a:custGeom>
              <a:rect b="b" l="l" r="r" t="t"/>
              <a:pathLst>
                <a:path extrusionOk="0" h="69" w="80">
                  <a:moveTo>
                    <a:pt x="0" y="69"/>
                  </a:moveTo>
                  <a:cubicBezTo>
                    <a:pt x="27" y="47"/>
                    <a:pt x="53" y="24"/>
                    <a:pt x="8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6"/>
            <p:cNvSpPr/>
            <p:nvPr/>
          </p:nvSpPr>
          <p:spPr>
            <a:xfrm>
              <a:off x="1581150" y="0"/>
              <a:ext cx="2720975" cy="6848475"/>
            </a:xfrm>
            <a:custGeom>
              <a:rect b="b" l="l" r="r" t="t"/>
              <a:pathLst>
                <a:path extrusionOk="0" h="1440" w="572">
                  <a:moveTo>
                    <a:pt x="572" y="0"/>
                  </a:moveTo>
                  <a:cubicBezTo>
                    <a:pt x="213" y="320"/>
                    <a:pt x="0" y="979"/>
                    <a:pt x="164" y="1440"/>
                  </a:cubicBezTo>
                </a:path>
              </a:pathLst>
            </a:custGeom>
            <a:noFill/>
            <a:ln cap="flat" cmpd="sng" w="12700">
              <a:solidFill>
                <a:schemeClr val="dk1">
                  <a:alpha val="20000"/>
                </a:schemeClr>
              </a:solidFill>
              <a:prstDash val="dashDot"/>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6"/>
            <p:cNvSpPr/>
            <p:nvPr/>
          </p:nvSpPr>
          <p:spPr>
            <a:xfrm>
              <a:off x="1243013" y="0"/>
              <a:ext cx="2949575" cy="6848475"/>
            </a:xfrm>
            <a:custGeom>
              <a:rect b="b" l="l" r="r" t="t"/>
              <a:pathLst>
                <a:path extrusionOk="0" h="1440" w="620">
                  <a:moveTo>
                    <a:pt x="620" y="0"/>
                  </a:moveTo>
                  <a:cubicBezTo>
                    <a:pt x="248" y="325"/>
                    <a:pt x="0" y="960"/>
                    <a:pt x="186" y="1440"/>
                  </a:cubicBezTo>
                </a:path>
              </a:pathLst>
            </a:custGeom>
            <a:noFill/>
            <a:ln cap="flat" cmpd="sng" w="9525">
              <a:solidFill>
                <a:schemeClr val="dk1">
                  <a:alpha val="20000"/>
                </a:schemeClr>
              </a:solidFill>
              <a:prstDash val="lg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6"/>
            <p:cNvSpPr/>
            <p:nvPr/>
          </p:nvSpPr>
          <p:spPr>
            <a:xfrm>
              <a:off x="1524000" y="0"/>
              <a:ext cx="1446213" cy="2030413"/>
            </a:xfrm>
            <a:custGeom>
              <a:rect b="b" l="l" r="r" t="t"/>
              <a:pathLst>
                <a:path extrusionOk="0" h="427" w="304">
                  <a:moveTo>
                    <a:pt x="304" y="0"/>
                  </a:moveTo>
                  <a:cubicBezTo>
                    <a:pt x="170" y="120"/>
                    <a:pt x="69" y="267"/>
                    <a:pt x="0" y="427"/>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6"/>
            <p:cNvSpPr/>
            <p:nvPr/>
          </p:nvSpPr>
          <p:spPr>
            <a:xfrm>
              <a:off x="1524000" y="9525"/>
              <a:ext cx="1246188" cy="1641475"/>
            </a:xfrm>
            <a:custGeom>
              <a:rect b="b" l="l" r="r" t="t"/>
              <a:pathLst>
                <a:path extrusionOk="0" h="345" w="262">
                  <a:moveTo>
                    <a:pt x="262" y="0"/>
                  </a:moveTo>
                  <a:cubicBezTo>
                    <a:pt x="152" y="102"/>
                    <a:pt x="65" y="217"/>
                    <a:pt x="0" y="345"/>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6"/>
            <p:cNvSpPr/>
            <p:nvPr/>
          </p:nvSpPr>
          <p:spPr>
            <a:xfrm>
              <a:off x="1524000" y="0"/>
              <a:ext cx="1036638" cy="1212850"/>
            </a:xfrm>
            <a:custGeom>
              <a:rect b="b" l="l" r="r" t="t"/>
              <a:pathLst>
                <a:path extrusionOk="0" h="255" w="218">
                  <a:moveTo>
                    <a:pt x="218" y="0"/>
                  </a:moveTo>
                  <a:cubicBezTo>
                    <a:pt x="137" y="77"/>
                    <a:pt x="62" y="162"/>
                    <a:pt x="0" y="255"/>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0" name="Google Shape;150;p16"/>
          <p:cNvGrpSpPr/>
          <p:nvPr/>
        </p:nvGrpSpPr>
        <p:grpSpPr>
          <a:xfrm>
            <a:off x="640080" y="1699589"/>
            <a:ext cx="3286552" cy="3470421"/>
            <a:chOff x="640080" y="1699589"/>
            <a:chExt cx="3286552" cy="3470421"/>
          </a:xfrm>
        </p:grpSpPr>
        <p:sp>
          <p:nvSpPr>
            <p:cNvPr id="151" name="Google Shape;151;p16"/>
            <p:cNvSpPr/>
            <p:nvPr/>
          </p:nvSpPr>
          <p:spPr>
            <a:xfrm>
              <a:off x="644453" y="1699589"/>
              <a:ext cx="3277806" cy="50292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6"/>
            <p:cNvSpPr/>
            <p:nvPr/>
          </p:nvSpPr>
          <p:spPr>
            <a:xfrm rot="10800000">
              <a:off x="2125363" y="4897607"/>
              <a:ext cx="315988" cy="272403"/>
            </a:xfrm>
            <a:prstGeom prst="triangl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6"/>
            <p:cNvSpPr/>
            <p:nvPr/>
          </p:nvSpPr>
          <p:spPr>
            <a:xfrm>
              <a:off x="640080" y="2275661"/>
              <a:ext cx="3286552" cy="262432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4" name="Google Shape;154;p16"/>
          <p:cNvSpPr txBox="1"/>
          <p:nvPr>
            <p:ph type="title"/>
          </p:nvPr>
        </p:nvSpPr>
        <p:spPr>
          <a:xfrm>
            <a:off x="719952" y="2355848"/>
            <a:ext cx="3122163" cy="2459028"/>
          </a:xfrm>
          <a:prstGeom prst="rect">
            <a:avLst/>
          </a:prstGeom>
          <a:noFill/>
          <a:ln>
            <a:noFill/>
          </a:ln>
        </p:spPr>
        <p:txBody>
          <a:bodyPr anchorCtr="0" anchor="ctr" bIns="91425" lIns="91425" spcFirstLastPara="1" rIns="91425" wrap="square" tIns="91425">
            <a:normAutofit/>
          </a:bodyPr>
          <a:lstStyle>
            <a:lvl1pPr lvl="0" algn="ctr">
              <a:lnSpc>
                <a:spcPct val="85000"/>
              </a:lnSpc>
              <a:spcBef>
                <a:spcPts val="0"/>
              </a:spcBef>
              <a:spcAft>
                <a:spcPts val="0"/>
              </a:spcAft>
              <a:buClr>
                <a:srgbClr val="FFFEFF"/>
              </a:buClr>
              <a:buSzPts val="3200"/>
              <a:buFont typeface="Calibri"/>
              <a:buNone/>
              <a:defRPr>
                <a:solidFill>
                  <a:srgbClr val="FFFE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5" name="Google Shape;155;p16"/>
          <p:cNvSpPr txBox="1"/>
          <p:nvPr>
            <p:ph idx="1" type="body"/>
          </p:nvPr>
        </p:nvSpPr>
        <p:spPr>
          <a:xfrm>
            <a:off x="4706612" y="802200"/>
            <a:ext cx="3805123" cy="68580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750"/>
              </a:spcBef>
              <a:spcAft>
                <a:spcPts val="0"/>
              </a:spcAft>
              <a:buSzPts val="1980"/>
              <a:buNone/>
              <a:defRPr b="0" sz="1800" cap="none">
                <a:solidFill>
                  <a:schemeClr val="accent1"/>
                </a:solidFill>
              </a:defRPr>
            </a:lvl1pPr>
            <a:lvl2pPr indent="-228600" lvl="1" marL="914400" algn="l">
              <a:lnSpc>
                <a:spcPct val="120000"/>
              </a:lnSpc>
              <a:spcBef>
                <a:spcPts val="375"/>
              </a:spcBef>
              <a:spcAft>
                <a:spcPts val="0"/>
              </a:spcAft>
              <a:buSzPts val="1650"/>
              <a:buNone/>
              <a:defRPr b="1" sz="1500"/>
            </a:lvl2pPr>
            <a:lvl3pPr indent="-228600" lvl="2" marL="1371600" algn="l">
              <a:lnSpc>
                <a:spcPct val="120000"/>
              </a:lnSpc>
              <a:spcBef>
                <a:spcPts val="375"/>
              </a:spcBef>
              <a:spcAft>
                <a:spcPts val="0"/>
              </a:spcAft>
              <a:buSzPts val="1485"/>
              <a:buNone/>
              <a:defRPr b="1" sz="1350"/>
            </a:lvl3pPr>
            <a:lvl4pPr indent="-228600" lvl="3" marL="1828800" algn="l">
              <a:lnSpc>
                <a:spcPct val="120000"/>
              </a:lnSpc>
              <a:spcBef>
                <a:spcPts val="375"/>
              </a:spcBef>
              <a:spcAft>
                <a:spcPts val="0"/>
              </a:spcAft>
              <a:buSzPts val="1320"/>
              <a:buNone/>
              <a:defRPr b="1" sz="1200"/>
            </a:lvl4pPr>
            <a:lvl5pPr indent="-228600" lvl="4" marL="2286000" algn="l">
              <a:lnSpc>
                <a:spcPct val="120000"/>
              </a:lnSpc>
              <a:spcBef>
                <a:spcPts val="375"/>
              </a:spcBef>
              <a:spcAft>
                <a:spcPts val="0"/>
              </a:spcAft>
              <a:buSzPts val="1320"/>
              <a:buNone/>
              <a:defRPr b="1" sz="1200"/>
            </a:lvl5pPr>
            <a:lvl6pPr indent="-228600" lvl="5" marL="2743200" algn="l">
              <a:lnSpc>
                <a:spcPct val="120000"/>
              </a:lnSpc>
              <a:spcBef>
                <a:spcPts val="375"/>
              </a:spcBef>
              <a:spcAft>
                <a:spcPts val="0"/>
              </a:spcAft>
              <a:buSzPts val="1320"/>
              <a:buNone/>
              <a:defRPr b="1" sz="1200"/>
            </a:lvl6pPr>
            <a:lvl7pPr indent="-228600" lvl="6" marL="3200400" algn="l">
              <a:lnSpc>
                <a:spcPct val="120000"/>
              </a:lnSpc>
              <a:spcBef>
                <a:spcPts val="375"/>
              </a:spcBef>
              <a:spcAft>
                <a:spcPts val="0"/>
              </a:spcAft>
              <a:buSzPts val="1320"/>
              <a:buNone/>
              <a:defRPr b="1" sz="1200"/>
            </a:lvl7pPr>
            <a:lvl8pPr indent="-228600" lvl="7" marL="3657600" algn="l">
              <a:lnSpc>
                <a:spcPct val="120000"/>
              </a:lnSpc>
              <a:spcBef>
                <a:spcPts val="375"/>
              </a:spcBef>
              <a:spcAft>
                <a:spcPts val="0"/>
              </a:spcAft>
              <a:buSzPts val="1320"/>
              <a:buNone/>
              <a:defRPr b="1" sz="1200"/>
            </a:lvl8pPr>
            <a:lvl9pPr indent="-228600" lvl="8" marL="4114800" algn="l">
              <a:lnSpc>
                <a:spcPct val="120000"/>
              </a:lnSpc>
              <a:spcBef>
                <a:spcPts val="375"/>
              </a:spcBef>
              <a:spcAft>
                <a:spcPts val="0"/>
              </a:spcAft>
              <a:buSzPts val="1320"/>
              <a:buNone/>
              <a:defRPr b="1" sz="1200"/>
            </a:lvl9pPr>
          </a:lstStyle>
          <a:p/>
        </p:txBody>
      </p:sp>
      <p:sp>
        <p:nvSpPr>
          <p:cNvPr id="156" name="Google Shape;156;p16"/>
          <p:cNvSpPr txBox="1"/>
          <p:nvPr>
            <p:ph idx="2" type="body"/>
          </p:nvPr>
        </p:nvSpPr>
        <p:spPr>
          <a:xfrm>
            <a:off x="4706636" y="1487999"/>
            <a:ext cx="3804674" cy="1775372"/>
          </a:xfrm>
          <a:prstGeom prst="rect">
            <a:avLst/>
          </a:prstGeom>
          <a:noFill/>
          <a:ln>
            <a:noFill/>
          </a:ln>
        </p:spPr>
        <p:txBody>
          <a:bodyPr anchorCtr="0" anchor="t" bIns="45700" lIns="91425" spcFirstLastPara="1" rIns="91425" wrap="square" tIns="45700">
            <a:normAutofit/>
          </a:bodyPr>
          <a:lstStyle>
            <a:lvl1pPr indent="-354330" lvl="0" marL="457200" algn="l">
              <a:lnSpc>
                <a:spcPct val="120000"/>
              </a:lnSpc>
              <a:spcBef>
                <a:spcPts val="750"/>
              </a:spcBef>
              <a:spcAft>
                <a:spcPts val="0"/>
              </a:spcAft>
              <a:buSzPts val="1980"/>
              <a:buChar char="▪"/>
              <a:defRPr/>
            </a:lvl1pPr>
            <a:lvl2pPr indent="-354330" lvl="1" marL="914400" algn="l">
              <a:lnSpc>
                <a:spcPct val="120000"/>
              </a:lnSpc>
              <a:spcBef>
                <a:spcPts val="375"/>
              </a:spcBef>
              <a:spcAft>
                <a:spcPts val="0"/>
              </a:spcAft>
              <a:buSzPts val="1980"/>
              <a:buChar char="▪"/>
              <a:defRPr/>
            </a:lvl2pPr>
            <a:lvl3pPr indent="-354330" lvl="2" marL="1371600" algn="l">
              <a:lnSpc>
                <a:spcPct val="120000"/>
              </a:lnSpc>
              <a:spcBef>
                <a:spcPts val="375"/>
              </a:spcBef>
              <a:spcAft>
                <a:spcPts val="0"/>
              </a:spcAft>
              <a:buSzPts val="1980"/>
              <a:buChar char="▪"/>
              <a:defRPr/>
            </a:lvl3pPr>
            <a:lvl4pPr indent="-354330" lvl="3" marL="1828800" algn="l">
              <a:lnSpc>
                <a:spcPct val="120000"/>
              </a:lnSpc>
              <a:spcBef>
                <a:spcPts val="375"/>
              </a:spcBef>
              <a:spcAft>
                <a:spcPts val="0"/>
              </a:spcAft>
              <a:buSzPts val="1980"/>
              <a:buChar char="▪"/>
              <a:defRPr/>
            </a:lvl4pPr>
            <a:lvl5pPr indent="-354329" lvl="4" marL="2286000" algn="l">
              <a:lnSpc>
                <a:spcPct val="120000"/>
              </a:lnSpc>
              <a:spcBef>
                <a:spcPts val="375"/>
              </a:spcBef>
              <a:spcAft>
                <a:spcPts val="0"/>
              </a:spcAft>
              <a:buSzPts val="1980"/>
              <a:buChar char="▪"/>
              <a:defRPr/>
            </a:lvl5pPr>
            <a:lvl6pPr indent="-354329" lvl="5" marL="2743200" algn="l">
              <a:lnSpc>
                <a:spcPct val="120000"/>
              </a:lnSpc>
              <a:spcBef>
                <a:spcPts val="375"/>
              </a:spcBef>
              <a:spcAft>
                <a:spcPts val="0"/>
              </a:spcAft>
              <a:buSzPts val="1980"/>
              <a:buChar char="▪"/>
              <a:defRPr/>
            </a:lvl6pPr>
            <a:lvl7pPr indent="-354329" lvl="6" marL="3200400" algn="l">
              <a:lnSpc>
                <a:spcPct val="120000"/>
              </a:lnSpc>
              <a:spcBef>
                <a:spcPts val="375"/>
              </a:spcBef>
              <a:spcAft>
                <a:spcPts val="0"/>
              </a:spcAft>
              <a:buSzPts val="1980"/>
              <a:buChar char="▪"/>
              <a:defRPr/>
            </a:lvl7pPr>
            <a:lvl8pPr indent="-354329" lvl="7" marL="3657600" algn="l">
              <a:lnSpc>
                <a:spcPct val="120000"/>
              </a:lnSpc>
              <a:spcBef>
                <a:spcPts val="375"/>
              </a:spcBef>
              <a:spcAft>
                <a:spcPts val="0"/>
              </a:spcAft>
              <a:buSzPts val="1980"/>
              <a:buChar char="▪"/>
              <a:defRPr/>
            </a:lvl8pPr>
            <a:lvl9pPr indent="-354329" lvl="8" marL="4114800" algn="l">
              <a:lnSpc>
                <a:spcPct val="120000"/>
              </a:lnSpc>
              <a:spcBef>
                <a:spcPts val="375"/>
              </a:spcBef>
              <a:spcAft>
                <a:spcPts val="0"/>
              </a:spcAft>
              <a:buSzPts val="1980"/>
              <a:buChar char="▪"/>
              <a:defRPr/>
            </a:lvl9pPr>
          </a:lstStyle>
          <a:p/>
        </p:txBody>
      </p:sp>
      <p:sp>
        <p:nvSpPr>
          <p:cNvPr id="157" name="Google Shape;157;p16"/>
          <p:cNvSpPr txBox="1"/>
          <p:nvPr>
            <p:ph idx="3" type="body"/>
          </p:nvPr>
        </p:nvSpPr>
        <p:spPr>
          <a:xfrm>
            <a:off x="4695010" y="3585518"/>
            <a:ext cx="3819675" cy="68580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750"/>
              </a:spcBef>
              <a:spcAft>
                <a:spcPts val="0"/>
              </a:spcAft>
              <a:buSzPts val="1980"/>
              <a:buNone/>
              <a:defRPr b="0" sz="1800" cap="none">
                <a:solidFill>
                  <a:schemeClr val="accent1"/>
                </a:solidFill>
              </a:defRPr>
            </a:lvl1pPr>
            <a:lvl2pPr indent="-228600" lvl="1" marL="914400" algn="l">
              <a:lnSpc>
                <a:spcPct val="120000"/>
              </a:lnSpc>
              <a:spcBef>
                <a:spcPts val="375"/>
              </a:spcBef>
              <a:spcAft>
                <a:spcPts val="0"/>
              </a:spcAft>
              <a:buSzPts val="1650"/>
              <a:buNone/>
              <a:defRPr b="1" sz="1500"/>
            </a:lvl2pPr>
            <a:lvl3pPr indent="-228600" lvl="2" marL="1371600" algn="l">
              <a:lnSpc>
                <a:spcPct val="120000"/>
              </a:lnSpc>
              <a:spcBef>
                <a:spcPts val="375"/>
              </a:spcBef>
              <a:spcAft>
                <a:spcPts val="0"/>
              </a:spcAft>
              <a:buSzPts val="1485"/>
              <a:buNone/>
              <a:defRPr b="1" sz="1350"/>
            </a:lvl3pPr>
            <a:lvl4pPr indent="-228600" lvl="3" marL="1828800" algn="l">
              <a:lnSpc>
                <a:spcPct val="120000"/>
              </a:lnSpc>
              <a:spcBef>
                <a:spcPts val="375"/>
              </a:spcBef>
              <a:spcAft>
                <a:spcPts val="0"/>
              </a:spcAft>
              <a:buSzPts val="1320"/>
              <a:buNone/>
              <a:defRPr b="1" sz="1200"/>
            </a:lvl4pPr>
            <a:lvl5pPr indent="-228600" lvl="4" marL="2286000" algn="l">
              <a:lnSpc>
                <a:spcPct val="120000"/>
              </a:lnSpc>
              <a:spcBef>
                <a:spcPts val="375"/>
              </a:spcBef>
              <a:spcAft>
                <a:spcPts val="0"/>
              </a:spcAft>
              <a:buSzPts val="1320"/>
              <a:buNone/>
              <a:defRPr b="1" sz="1200"/>
            </a:lvl5pPr>
            <a:lvl6pPr indent="-228600" lvl="5" marL="2743200" algn="l">
              <a:lnSpc>
                <a:spcPct val="120000"/>
              </a:lnSpc>
              <a:spcBef>
                <a:spcPts val="375"/>
              </a:spcBef>
              <a:spcAft>
                <a:spcPts val="0"/>
              </a:spcAft>
              <a:buSzPts val="1320"/>
              <a:buNone/>
              <a:defRPr b="1" sz="1200"/>
            </a:lvl6pPr>
            <a:lvl7pPr indent="-228600" lvl="6" marL="3200400" algn="l">
              <a:lnSpc>
                <a:spcPct val="120000"/>
              </a:lnSpc>
              <a:spcBef>
                <a:spcPts val="375"/>
              </a:spcBef>
              <a:spcAft>
                <a:spcPts val="0"/>
              </a:spcAft>
              <a:buSzPts val="1320"/>
              <a:buNone/>
              <a:defRPr b="1" sz="1200"/>
            </a:lvl7pPr>
            <a:lvl8pPr indent="-228600" lvl="7" marL="3657600" algn="l">
              <a:lnSpc>
                <a:spcPct val="120000"/>
              </a:lnSpc>
              <a:spcBef>
                <a:spcPts val="375"/>
              </a:spcBef>
              <a:spcAft>
                <a:spcPts val="0"/>
              </a:spcAft>
              <a:buSzPts val="1320"/>
              <a:buNone/>
              <a:defRPr b="1" sz="1200"/>
            </a:lvl8pPr>
            <a:lvl9pPr indent="-228600" lvl="8" marL="4114800" algn="l">
              <a:lnSpc>
                <a:spcPct val="120000"/>
              </a:lnSpc>
              <a:spcBef>
                <a:spcPts val="375"/>
              </a:spcBef>
              <a:spcAft>
                <a:spcPts val="0"/>
              </a:spcAft>
              <a:buSzPts val="1320"/>
              <a:buNone/>
              <a:defRPr b="1" sz="1200"/>
            </a:lvl9pPr>
          </a:lstStyle>
          <a:p/>
        </p:txBody>
      </p:sp>
      <p:sp>
        <p:nvSpPr>
          <p:cNvPr id="158" name="Google Shape;158;p16"/>
          <p:cNvSpPr txBox="1"/>
          <p:nvPr>
            <p:ph idx="4" type="body"/>
          </p:nvPr>
        </p:nvSpPr>
        <p:spPr>
          <a:xfrm>
            <a:off x="4695010" y="4270332"/>
            <a:ext cx="3819675" cy="1785416"/>
          </a:xfrm>
          <a:prstGeom prst="rect">
            <a:avLst/>
          </a:prstGeom>
          <a:noFill/>
          <a:ln>
            <a:noFill/>
          </a:ln>
        </p:spPr>
        <p:txBody>
          <a:bodyPr anchorCtr="0" anchor="t" bIns="45700" lIns="91425" spcFirstLastPara="1" rIns="91425" wrap="square" tIns="45700">
            <a:normAutofit/>
          </a:bodyPr>
          <a:lstStyle>
            <a:lvl1pPr indent="-354330" lvl="0" marL="457200" algn="l">
              <a:lnSpc>
                <a:spcPct val="120000"/>
              </a:lnSpc>
              <a:spcBef>
                <a:spcPts val="750"/>
              </a:spcBef>
              <a:spcAft>
                <a:spcPts val="0"/>
              </a:spcAft>
              <a:buSzPts val="1980"/>
              <a:buChar char="▪"/>
              <a:defRPr/>
            </a:lvl1pPr>
            <a:lvl2pPr indent="-354330" lvl="1" marL="914400" algn="l">
              <a:lnSpc>
                <a:spcPct val="120000"/>
              </a:lnSpc>
              <a:spcBef>
                <a:spcPts val="375"/>
              </a:spcBef>
              <a:spcAft>
                <a:spcPts val="0"/>
              </a:spcAft>
              <a:buSzPts val="1980"/>
              <a:buChar char="▪"/>
              <a:defRPr/>
            </a:lvl2pPr>
            <a:lvl3pPr indent="-354330" lvl="2" marL="1371600" algn="l">
              <a:lnSpc>
                <a:spcPct val="120000"/>
              </a:lnSpc>
              <a:spcBef>
                <a:spcPts val="375"/>
              </a:spcBef>
              <a:spcAft>
                <a:spcPts val="0"/>
              </a:spcAft>
              <a:buSzPts val="1980"/>
              <a:buChar char="▪"/>
              <a:defRPr/>
            </a:lvl3pPr>
            <a:lvl4pPr indent="-354330" lvl="3" marL="1828800" algn="l">
              <a:lnSpc>
                <a:spcPct val="120000"/>
              </a:lnSpc>
              <a:spcBef>
                <a:spcPts val="375"/>
              </a:spcBef>
              <a:spcAft>
                <a:spcPts val="0"/>
              </a:spcAft>
              <a:buSzPts val="1980"/>
              <a:buChar char="▪"/>
              <a:defRPr/>
            </a:lvl4pPr>
            <a:lvl5pPr indent="-354329" lvl="4" marL="2286000" algn="l">
              <a:lnSpc>
                <a:spcPct val="120000"/>
              </a:lnSpc>
              <a:spcBef>
                <a:spcPts val="375"/>
              </a:spcBef>
              <a:spcAft>
                <a:spcPts val="0"/>
              </a:spcAft>
              <a:buSzPts val="1980"/>
              <a:buChar char="▪"/>
              <a:defRPr/>
            </a:lvl5pPr>
            <a:lvl6pPr indent="-354329" lvl="5" marL="2743200" algn="l">
              <a:lnSpc>
                <a:spcPct val="120000"/>
              </a:lnSpc>
              <a:spcBef>
                <a:spcPts val="375"/>
              </a:spcBef>
              <a:spcAft>
                <a:spcPts val="0"/>
              </a:spcAft>
              <a:buSzPts val="1980"/>
              <a:buChar char="▪"/>
              <a:defRPr/>
            </a:lvl6pPr>
            <a:lvl7pPr indent="-354329" lvl="6" marL="3200400" algn="l">
              <a:lnSpc>
                <a:spcPct val="120000"/>
              </a:lnSpc>
              <a:spcBef>
                <a:spcPts val="375"/>
              </a:spcBef>
              <a:spcAft>
                <a:spcPts val="0"/>
              </a:spcAft>
              <a:buSzPts val="1980"/>
              <a:buChar char="▪"/>
              <a:defRPr/>
            </a:lvl7pPr>
            <a:lvl8pPr indent="-354329" lvl="7" marL="3657600" algn="l">
              <a:lnSpc>
                <a:spcPct val="120000"/>
              </a:lnSpc>
              <a:spcBef>
                <a:spcPts val="375"/>
              </a:spcBef>
              <a:spcAft>
                <a:spcPts val="0"/>
              </a:spcAft>
              <a:buSzPts val="1980"/>
              <a:buChar char="▪"/>
              <a:defRPr/>
            </a:lvl8pPr>
            <a:lvl9pPr indent="-354329" lvl="8" marL="4114800" algn="l">
              <a:lnSpc>
                <a:spcPct val="120000"/>
              </a:lnSpc>
              <a:spcBef>
                <a:spcPts val="375"/>
              </a:spcBef>
              <a:spcAft>
                <a:spcPts val="0"/>
              </a:spcAft>
              <a:buSzPts val="1980"/>
              <a:buChar char="▪"/>
              <a:defRPr/>
            </a:lvl9pPr>
          </a:lstStyle>
          <a:p/>
        </p:txBody>
      </p:sp>
      <p:sp>
        <p:nvSpPr>
          <p:cNvPr id="159" name="Google Shape;159;p16"/>
          <p:cNvSpPr txBox="1"/>
          <p:nvPr>
            <p:ph idx="10" type="dt"/>
          </p:nvPr>
        </p:nvSpPr>
        <p:spPr>
          <a:xfrm>
            <a:off x="640080" y="320040"/>
            <a:ext cx="2743200"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0" name="Google Shape;160;p16"/>
          <p:cNvSpPr txBox="1"/>
          <p:nvPr>
            <p:ph idx="11" type="ftr"/>
          </p:nvPr>
        </p:nvSpPr>
        <p:spPr>
          <a:xfrm>
            <a:off x="640080" y="6227064"/>
            <a:ext cx="7854696" cy="32004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1" name="Google Shape;161;p16"/>
          <p:cNvSpPr txBox="1"/>
          <p:nvPr>
            <p:ph idx="12" type="sldNum"/>
          </p:nvPr>
        </p:nvSpPr>
        <p:spPr>
          <a:xfrm>
            <a:off x="7808976" y="320040"/>
            <a:ext cx="685800" cy="32004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62" name="Shape 162"/>
        <p:cNvGrpSpPr/>
        <p:nvPr/>
      </p:nvGrpSpPr>
      <p:grpSpPr>
        <a:xfrm>
          <a:off x="0" y="0"/>
          <a:ext cx="0" cy="0"/>
          <a:chOff x="0" y="0"/>
          <a:chExt cx="0" cy="0"/>
        </a:xfrm>
      </p:grpSpPr>
      <p:grpSp>
        <p:nvGrpSpPr>
          <p:cNvPr id="163" name="Google Shape;163;p17"/>
          <p:cNvGrpSpPr/>
          <p:nvPr/>
        </p:nvGrpSpPr>
        <p:grpSpPr>
          <a:xfrm>
            <a:off x="-286226" y="0"/>
            <a:ext cx="9421759" cy="6858001"/>
            <a:chOff x="1243013" y="0"/>
            <a:chExt cx="9402763" cy="6858001"/>
          </a:xfrm>
        </p:grpSpPr>
        <p:sp>
          <p:nvSpPr>
            <p:cNvPr id="164" name="Google Shape;164;p17"/>
            <p:cNvSpPr/>
            <p:nvPr/>
          </p:nvSpPr>
          <p:spPr>
            <a:xfrm>
              <a:off x="2289175" y="0"/>
              <a:ext cx="3867150" cy="6848475"/>
            </a:xfrm>
            <a:custGeom>
              <a:rect b="b" l="l" r="r" t="t"/>
              <a:pathLst>
                <a:path extrusionOk="0" h="1440" w="813">
                  <a:moveTo>
                    <a:pt x="813" y="0"/>
                  </a:moveTo>
                  <a:cubicBezTo>
                    <a:pt x="331" y="221"/>
                    <a:pt x="0" y="1039"/>
                    <a:pt x="43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7"/>
            <p:cNvSpPr/>
            <p:nvPr/>
          </p:nvSpPr>
          <p:spPr>
            <a:xfrm>
              <a:off x="9604375" y="9525"/>
              <a:ext cx="1041400" cy="328613"/>
            </a:xfrm>
            <a:custGeom>
              <a:rect b="b" l="l" r="r" t="t"/>
              <a:pathLst>
                <a:path extrusionOk="0" h="69" w="219">
                  <a:moveTo>
                    <a:pt x="219" y="69"/>
                  </a:moveTo>
                  <a:cubicBezTo>
                    <a:pt x="147" y="41"/>
                    <a:pt x="71" y="19"/>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7"/>
            <p:cNvSpPr/>
            <p:nvPr/>
          </p:nvSpPr>
          <p:spPr>
            <a:xfrm>
              <a:off x="9223375" y="5578475"/>
              <a:ext cx="1422400" cy="1270000"/>
            </a:xfrm>
            <a:custGeom>
              <a:rect b="b" l="l" r="r" t="t"/>
              <a:pathLst>
                <a:path extrusionOk="0" h="267" w="299">
                  <a:moveTo>
                    <a:pt x="0" y="267"/>
                  </a:moveTo>
                  <a:cubicBezTo>
                    <a:pt x="105" y="186"/>
                    <a:pt x="206" y="96"/>
                    <a:pt x="299"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7"/>
            <p:cNvSpPr/>
            <p:nvPr/>
          </p:nvSpPr>
          <p:spPr>
            <a:xfrm>
              <a:off x="2103438" y="0"/>
              <a:ext cx="3681413" cy="6848475"/>
            </a:xfrm>
            <a:custGeom>
              <a:rect b="b" l="l" r="r" t="t"/>
              <a:pathLst>
                <a:path extrusionOk="0" h="1440" w="774">
                  <a:moveTo>
                    <a:pt x="774" y="0"/>
                  </a:moveTo>
                  <a:cubicBezTo>
                    <a:pt x="312" y="240"/>
                    <a:pt x="0" y="1034"/>
                    <a:pt x="411" y="144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7"/>
            <p:cNvSpPr/>
            <p:nvPr/>
          </p:nvSpPr>
          <p:spPr>
            <a:xfrm>
              <a:off x="10179050" y="9525"/>
              <a:ext cx="466725" cy="157163"/>
            </a:xfrm>
            <a:custGeom>
              <a:rect b="b" l="l" r="r" t="t"/>
              <a:pathLst>
                <a:path extrusionOk="0" h="33" w="98">
                  <a:moveTo>
                    <a:pt x="98" y="33"/>
                  </a:moveTo>
                  <a:cubicBezTo>
                    <a:pt x="65" y="21"/>
                    <a:pt x="33" y="10"/>
                    <a:pt x="0"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7"/>
            <p:cNvSpPr/>
            <p:nvPr/>
          </p:nvSpPr>
          <p:spPr>
            <a:xfrm>
              <a:off x="9471025" y="5811838"/>
              <a:ext cx="1174750" cy="1046163"/>
            </a:xfrm>
            <a:custGeom>
              <a:rect b="b" l="l" r="r" t="t"/>
              <a:pathLst>
                <a:path extrusionOk="0" h="220" w="247">
                  <a:moveTo>
                    <a:pt x="0" y="220"/>
                  </a:moveTo>
                  <a:cubicBezTo>
                    <a:pt x="86" y="152"/>
                    <a:pt x="169" y="78"/>
                    <a:pt x="247"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7"/>
            <p:cNvSpPr/>
            <p:nvPr/>
          </p:nvSpPr>
          <p:spPr>
            <a:xfrm>
              <a:off x="1985963" y="0"/>
              <a:ext cx="3622675" cy="6848475"/>
            </a:xfrm>
            <a:custGeom>
              <a:rect b="b" l="l" r="r" t="t"/>
              <a:pathLst>
                <a:path extrusionOk="0" h="1440" w="762">
                  <a:moveTo>
                    <a:pt x="762" y="0"/>
                  </a:moveTo>
                  <a:cubicBezTo>
                    <a:pt x="308" y="245"/>
                    <a:pt x="0" y="1033"/>
                    <a:pt x="403"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7"/>
            <p:cNvSpPr/>
            <p:nvPr/>
          </p:nvSpPr>
          <p:spPr>
            <a:xfrm>
              <a:off x="10479088" y="9525"/>
              <a:ext cx="166688" cy="57150"/>
            </a:xfrm>
            <a:custGeom>
              <a:rect b="b" l="l" r="r" t="t"/>
              <a:pathLst>
                <a:path extrusionOk="0" h="12" w="35">
                  <a:moveTo>
                    <a:pt x="35" y="12"/>
                  </a:moveTo>
                  <a:cubicBezTo>
                    <a:pt x="23" y="8"/>
                    <a:pt x="12" y="4"/>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7"/>
            <p:cNvSpPr/>
            <p:nvPr/>
          </p:nvSpPr>
          <p:spPr>
            <a:xfrm>
              <a:off x="9618663" y="5940425"/>
              <a:ext cx="1027113" cy="908050"/>
            </a:xfrm>
            <a:custGeom>
              <a:rect b="b" l="l" r="r" t="t"/>
              <a:pathLst>
                <a:path extrusionOk="0" h="191" w="216">
                  <a:moveTo>
                    <a:pt x="0" y="191"/>
                  </a:moveTo>
                  <a:cubicBezTo>
                    <a:pt x="75" y="131"/>
                    <a:pt x="147" y="67"/>
                    <a:pt x="216"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7"/>
            <p:cNvSpPr/>
            <p:nvPr/>
          </p:nvSpPr>
          <p:spPr>
            <a:xfrm>
              <a:off x="1985963" y="0"/>
              <a:ext cx="3248025" cy="6848475"/>
            </a:xfrm>
            <a:custGeom>
              <a:rect b="b" l="l" r="r" t="t"/>
              <a:pathLst>
                <a:path extrusionOk="0" h="1440" w="683">
                  <a:moveTo>
                    <a:pt x="683" y="0"/>
                  </a:moveTo>
                  <a:cubicBezTo>
                    <a:pt x="258" y="256"/>
                    <a:pt x="0" y="1041"/>
                    <a:pt x="35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7"/>
            <p:cNvSpPr/>
            <p:nvPr/>
          </p:nvSpPr>
          <p:spPr>
            <a:xfrm>
              <a:off x="9780588" y="6054725"/>
              <a:ext cx="865188" cy="793750"/>
            </a:xfrm>
            <a:custGeom>
              <a:rect b="b" l="l" r="r" t="t"/>
              <a:pathLst>
                <a:path extrusionOk="0" h="167" w="182">
                  <a:moveTo>
                    <a:pt x="0" y="167"/>
                  </a:moveTo>
                  <a:cubicBezTo>
                    <a:pt x="63" y="114"/>
                    <a:pt x="123" y="58"/>
                    <a:pt x="182"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7"/>
            <p:cNvSpPr/>
            <p:nvPr/>
          </p:nvSpPr>
          <p:spPr>
            <a:xfrm>
              <a:off x="1871663" y="0"/>
              <a:ext cx="3233738" cy="6848475"/>
            </a:xfrm>
            <a:custGeom>
              <a:rect b="b" l="l" r="r" t="t"/>
              <a:pathLst>
                <a:path extrusionOk="0" h="1440" w="680">
                  <a:moveTo>
                    <a:pt x="680" y="0"/>
                  </a:moveTo>
                  <a:cubicBezTo>
                    <a:pt x="257" y="265"/>
                    <a:pt x="0" y="1026"/>
                    <a:pt x="337"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7"/>
            <p:cNvSpPr/>
            <p:nvPr/>
          </p:nvSpPr>
          <p:spPr>
            <a:xfrm>
              <a:off x="9956800" y="6216650"/>
              <a:ext cx="688975" cy="631825"/>
            </a:xfrm>
            <a:custGeom>
              <a:rect b="b" l="l" r="r" t="t"/>
              <a:pathLst>
                <a:path extrusionOk="0" h="133" w="145">
                  <a:moveTo>
                    <a:pt x="0" y="133"/>
                  </a:moveTo>
                  <a:cubicBezTo>
                    <a:pt x="50" y="90"/>
                    <a:pt x="98" y="46"/>
                    <a:pt x="145"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7"/>
            <p:cNvSpPr/>
            <p:nvPr/>
          </p:nvSpPr>
          <p:spPr>
            <a:xfrm>
              <a:off x="1466850" y="0"/>
              <a:ext cx="3424238" cy="6848475"/>
            </a:xfrm>
            <a:custGeom>
              <a:rect b="b" l="l" r="r" t="t"/>
              <a:pathLst>
                <a:path extrusionOk="0" h="1440" w="720">
                  <a:moveTo>
                    <a:pt x="720" y="0"/>
                  </a:moveTo>
                  <a:cubicBezTo>
                    <a:pt x="316" y="282"/>
                    <a:pt x="0" y="1018"/>
                    <a:pt x="362"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7"/>
            <p:cNvSpPr/>
            <p:nvPr/>
          </p:nvSpPr>
          <p:spPr>
            <a:xfrm>
              <a:off x="10264775" y="6519863"/>
              <a:ext cx="381000" cy="328613"/>
            </a:xfrm>
            <a:custGeom>
              <a:rect b="b" l="l" r="r" t="t"/>
              <a:pathLst>
                <a:path extrusionOk="0" h="69" w="80">
                  <a:moveTo>
                    <a:pt x="0" y="69"/>
                  </a:moveTo>
                  <a:cubicBezTo>
                    <a:pt x="27" y="47"/>
                    <a:pt x="53" y="24"/>
                    <a:pt x="8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7"/>
            <p:cNvSpPr/>
            <p:nvPr/>
          </p:nvSpPr>
          <p:spPr>
            <a:xfrm>
              <a:off x="1581150" y="0"/>
              <a:ext cx="2720975" cy="6848475"/>
            </a:xfrm>
            <a:custGeom>
              <a:rect b="b" l="l" r="r" t="t"/>
              <a:pathLst>
                <a:path extrusionOk="0" h="1440" w="572">
                  <a:moveTo>
                    <a:pt x="572" y="0"/>
                  </a:moveTo>
                  <a:cubicBezTo>
                    <a:pt x="213" y="320"/>
                    <a:pt x="0" y="979"/>
                    <a:pt x="164" y="1440"/>
                  </a:cubicBezTo>
                </a:path>
              </a:pathLst>
            </a:custGeom>
            <a:noFill/>
            <a:ln cap="flat" cmpd="sng" w="12700">
              <a:solidFill>
                <a:schemeClr val="dk1">
                  <a:alpha val="20000"/>
                </a:schemeClr>
              </a:solidFill>
              <a:prstDash val="dashDot"/>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7"/>
            <p:cNvSpPr/>
            <p:nvPr/>
          </p:nvSpPr>
          <p:spPr>
            <a:xfrm>
              <a:off x="1243013" y="0"/>
              <a:ext cx="2949575" cy="6848475"/>
            </a:xfrm>
            <a:custGeom>
              <a:rect b="b" l="l" r="r" t="t"/>
              <a:pathLst>
                <a:path extrusionOk="0" h="1440" w="620">
                  <a:moveTo>
                    <a:pt x="620" y="0"/>
                  </a:moveTo>
                  <a:cubicBezTo>
                    <a:pt x="248" y="325"/>
                    <a:pt x="0" y="960"/>
                    <a:pt x="186" y="1440"/>
                  </a:cubicBezTo>
                </a:path>
              </a:pathLst>
            </a:custGeom>
            <a:noFill/>
            <a:ln cap="flat" cmpd="sng" w="9525">
              <a:solidFill>
                <a:schemeClr val="dk1">
                  <a:alpha val="20000"/>
                </a:schemeClr>
              </a:solidFill>
              <a:prstDash val="lg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7"/>
            <p:cNvSpPr/>
            <p:nvPr/>
          </p:nvSpPr>
          <p:spPr>
            <a:xfrm>
              <a:off x="1524000" y="0"/>
              <a:ext cx="1446213" cy="2030413"/>
            </a:xfrm>
            <a:custGeom>
              <a:rect b="b" l="l" r="r" t="t"/>
              <a:pathLst>
                <a:path extrusionOk="0" h="427" w="304">
                  <a:moveTo>
                    <a:pt x="304" y="0"/>
                  </a:moveTo>
                  <a:cubicBezTo>
                    <a:pt x="170" y="120"/>
                    <a:pt x="69" y="267"/>
                    <a:pt x="0" y="427"/>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7"/>
            <p:cNvSpPr/>
            <p:nvPr/>
          </p:nvSpPr>
          <p:spPr>
            <a:xfrm>
              <a:off x="1524000" y="9525"/>
              <a:ext cx="1246188" cy="1641475"/>
            </a:xfrm>
            <a:custGeom>
              <a:rect b="b" l="l" r="r" t="t"/>
              <a:pathLst>
                <a:path extrusionOk="0" h="345" w="262">
                  <a:moveTo>
                    <a:pt x="262" y="0"/>
                  </a:moveTo>
                  <a:cubicBezTo>
                    <a:pt x="152" y="102"/>
                    <a:pt x="65" y="217"/>
                    <a:pt x="0" y="345"/>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7"/>
            <p:cNvSpPr/>
            <p:nvPr/>
          </p:nvSpPr>
          <p:spPr>
            <a:xfrm>
              <a:off x="1524000" y="0"/>
              <a:ext cx="1036638" cy="1212850"/>
            </a:xfrm>
            <a:custGeom>
              <a:rect b="b" l="l" r="r" t="t"/>
              <a:pathLst>
                <a:path extrusionOk="0" h="255" w="218">
                  <a:moveTo>
                    <a:pt x="218" y="0"/>
                  </a:moveTo>
                  <a:cubicBezTo>
                    <a:pt x="137" y="77"/>
                    <a:pt x="62" y="162"/>
                    <a:pt x="0" y="255"/>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7"/>
          <p:cNvGrpSpPr/>
          <p:nvPr/>
        </p:nvGrpSpPr>
        <p:grpSpPr>
          <a:xfrm>
            <a:off x="640080" y="1699589"/>
            <a:ext cx="3286552" cy="3470421"/>
            <a:chOff x="640080" y="1699589"/>
            <a:chExt cx="3286552" cy="3470421"/>
          </a:xfrm>
        </p:grpSpPr>
        <p:sp>
          <p:nvSpPr>
            <p:cNvPr id="185" name="Google Shape;185;p17"/>
            <p:cNvSpPr/>
            <p:nvPr/>
          </p:nvSpPr>
          <p:spPr>
            <a:xfrm>
              <a:off x="644453" y="1699589"/>
              <a:ext cx="3277806" cy="50292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7"/>
            <p:cNvSpPr/>
            <p:nvPr/>
          </p:nvSpPr>
          <p:spPr>
            <a:xfrm rot="10800000">
              <a:off x="2125363" y="4897607"/>
              <a:ext cx="315988" cy="272403"/>
            </a:xfrm>
            <a:prstGeom prst="triangl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7"/>
            <p:cNvSpPr/>
            <p:nvPr/>
          </p:nvSpPr>
          <p:spPr>
            <a:xfrm>
              <a:off x="640080" y="2275661"/>
              <a:ext cx="3286552" cy="262432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8" name="Google Shape;188;p17"/>
          <p:cNvSpPr txBox="1"/>
          <p:nvPr>
            <p:ph type="title"/>
          </p:nvPr>
        </p:nvSpPr>
        <p:spPr>
          <a:xfrm>
            <a:off x="725554" y="2349924"/>
            <a:ext cx="3112047" cy="2464952"/>
          </a:xfrm>
          <a:prstGeom prst="rect">
            <a:avLst/>
          </a:prstGeom>
          <a:noFill/>
          <a:ln>
            <a:noFill/>
          </a:ln>
        </p:spPr>
        <p:txBody>
          <a:bodyPr anchorCtr="0" anchor="ctr" bIns="228600" lIns="228600" spcFirstLastPara="1" rIns="228600" wrap="square" tIns="228600">
            <a:normAutofit/>
          </a:bodyPr>
          <a:lstStyle>
            <a:lvl1pPr lvl="0" algn="ctr">
              <a:lnSpc>
                <a:spcPct val="85000"/>
              </a:lnSpc>
              <a:spcBef>
                <a:spcPts val="0"/>
              </a:spcBef>
              <a:spcAft>
                <a:spcPts val="0"/>
              </a:spcAft>
              <a:buClr>
                <a:srgbClr val="FFFEFF"/>
              </a:buClr>
              <a:buSzPts val="3200"/>
              <a:buFont typeface="Calibri"/>
              <a:buNone/>
              <a:defRPr>
                <a:solidFill>
                  <a:srgbClr val="FFFE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9" name="Google Shape;189;p17"/>
          <p:cNvSpPr txBox="1"/>
          <p:nvPr>
            <p:ph idx="10" type="dt"/>
          </p:nvPr>
        </p:nvSpPr>
        <p:spPr>
          <a:xfrm>
            <a:off x="640080" y="320040"/>
            <a:ext cx="2743200"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0" name="Google Shape;190;p17"/>
          <p:cNvSpPr txBox="1"/>
          <p:nvPr>
            <p:ph idx="11" type="ftr"/>
          </p:nvPr>
        </p:nvSpPr>
        <p:spPr>
          <a:xfrm>
            <a:off x="640080" y="6227064"/>
            <a:ext cx="7854696" cy="32004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1" name="Google Shape;191;p17"/>
          <p:cNvSpPr txBox="1"/>
          <p:nvPr>
            <p:ph idx="12" type="sldNum"/>
          </p:nvPr>
        </p:nvSpPr>
        <p:spPr>
          <a:xfrm>
            <a:off x="7808976" y="320040"/>
            <a:ext cx="685800" cy="32004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2" name="Shape 192"/>
        <p:cNvGrpSpPr/>
        <p:nvPr/>
      </p:nvGrpSpPr>
      <p:grpSpPr>
        <a:xfrm>
          <a:off x="0" y="0"/>
          <a:ext cx="0" cy="0"/>
          <a:chOff x="0" y="0"/>
          <a:chExt cx="0" cy="0"/>
        </a:xfrm>
      </p:grpSpPr>
      <p:sp>
        <p:nvSpPr>
          <p:cNvPr id="193" name="Google Shape;193;p18"/>
          <p:cNvSpPr txBox="1"/>
          <p:nvPr>
            <p:ph idx="10" type="dt"/>
          </p:nvPr>
        </p:nvSpPr>
        <p:spPr>
          <a:xfrm>
            <a:off x="640080" y="320040"/>
            <a:ext cx="2743200"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4" name="Google Shape;194;p18"/>
          <p:cNvSpPr txBox="1"/>
          <p:nvPr>
            <p:ph idx="11" type="ftr"/>
          </p:nvPr>
        </p:nvSpPr>
        <p:spPr>
          <a:xfrm>
            <a:off x="640080" y="6227064"/>
            <a:ext cx="7854696" cy="32004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5" name="Google Shape;195;p18"/>
          <p:cNvSpPr txBox="1"/>
          <p:nvPr>
            <p:ph idx="12" type="sldNum"/>
          </p:nvPr>
        </p:nvSpPr>
        <p:spPr>
          <a:xfrm>
            <a:off x="7808976" y="320040"/>
            <a:ext cx="685800" cy="32004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96" name="Shape 196"/>
        <p:cNvGrpSpPr/>
        <p:nvPr/>
      </p:nvGrpSpPr>
      <p:grpSpPr>
        <a:xfrm>
          <a:off x="0" y="0"/>
          <a:ext cx="0" cy="0"/>
          <a:chOff x="0" y="0"/>
          <a:chExt cx="0" cy="0"/>
        </a:xfrm>
      </p:grpSpPr>
      <p:grpSp>
        <p:nvGrpSpPr>
          <p:cNvPr id="197" name="Google Shape;197;p19"/>
          <p:cNvGrpSpPr/>
          <p:nvPr/>
        </p:nvGrpSpPr>
        <p:grpSpPr>
          <a:xfrm>
            <a:off x="-286226" y="0"/>
            <a:ext cx="9421759" cy="6858001"/>
            <a:chOff x="1243013" y="0"/>
            <a:chExt cx="9402763" cy="6858001"/>
          </a:xfrm>
        </p:grpSpPr>
        <p:sp>
          <p:nvSpPr>
            <p:cNvPr id="198" name="Google Shape;198;p19"/>
            <p:cNvSpPr/>
            <p:nvPr/>
          </p:nvSpPr>
          <p:spPr>
            <a:xfrm>
              <a:off x="2289175" y="0"/>
              <a:ext cx="3867150" cy="6848475"/>
            </a:xfrm>
            <a:custGeom>
              <a:rect b="b" l="l" r="r" t="t"/>
              <a:pathLst>
                <a:path extrusionOk="0" h="1440" w="813">
                  <a:moveTo>
                    <a:pt x="813" y="0"/>
                  </a:moveTo>
                  <a:cubicBezTo>
                    <a:pt x="331" y="221"/>
                    <a:pt x="0" y="1039"/>
                    <a:pt x="43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9"/>
            <p:cNvSpPr/>
            <p:nvPr/>
          </p:nvSpPr>
          <p:spPr>
            <a:xfrm>
              <a:off x="9604375" y="9525"/>
              <a:ext cx="1041400" cy="328613"/>
            </a:xfrm>
            <a:custGeom>
              <a:rect b="b" l="l" r="r" t="t"/>
              <a:pathLst>
                <a:path extrusionOk="0" h="69" w="219">
                  <a:moveTo>
                    <a:pt x="219" y="69"/>
                  </a:moveTo>
                  <a:cubicBezTo>
                    <a:pt x="147" y="41"/>
                    <a:pt x="71" y="19"/>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9"/>
            <p:cNvSpPr/>
            <p:nvPr/>
          </p:nvSpPr>
          <p:spPr>
            <a:xfrm>
              <a:off x="9223375" y="5578475"/>
              <a:ext cx="1422400" cy="1270000"/>
            </a:xfrm>
            <a:custGeom>
              <a:rect b="b" l="l" r="r" t="t"/>
              <a:pathLst>
                <a:path extrusionOk="0" h="267" w="299">
                  <a:moveTo>
                    <a:pt x="0" y="267"/>
                  </a:moveTo>
                  <a:cubicBezTo>
                    <a:pt x="105" y="186"/>
                    <a:pt x="206" y="96"/>
                    <a:pt x="299"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9"/>
            <p:cNvSpPr/>
            <p:nvPr/>
          </p:nvSpPr>
          <p:spPr>
            <a:xfrm>
              <a:off x="2103438" y="0"/>
              <a:ext cx="3681413" cy="6848475"/>
            </a:xfrm>
            <a:custGeom>
              <a:rect b="b" l="l" r="r" t="t"/>
              <a:pathLst>
                <a:path extrusionOk="0" h="1440" w="774">
                  <a:moveTo>
                    <a:pt x="774" y="0"/>
                  </a:moveTo>
                  <a:cubicBezTo>
                    <a:pt x="312" y="240"/>
                    <a:pt x="0" y="1034"/>
                    <a:pt x="411" y="144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9"/>
            <p:cNvSpPr/>
            <p:nvPr/>
          </p:nvSpPr>
          <p:spPr>
            <a:xfrm>
              <a:off x="10179050" y="9525"/>
              <a:ext cx="466725" cy="157163"/>
            </a:xfrm>
            <a:custGeom>
              <a:rect b="b" l="l" r="r" t="t"/>
              <a:pathLst>
                <a:path extrusionOk="0" h="33" w="98">
                  <a:moveTo>
                    <a:pt x="98" y="33"/>
                  </a:moveTo>
                  <a:cubicBezTo>
                    <a:pt x="65" y="21"/>
                    <a:pt x="33" y="10"/>
                    <a:pt x="0"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9"/>
            <p:cNvSpPr/>
            <p:nvPr/>
          </p:nvSpPr>
          <p:spPr>
            <a:xfrm>
              <a:off x="9471025" y="5811838"/>
              <a:ext cx="1174750" cy="1046163"/>
            </a:xfrm>
            <a:custGeom>
              <a:rect b="b" l="l" r="r" t="t"/>
              <a:pathLst>
                <a:path extrusionOk="0" h="220" w="247">
                  <a:moveTo>
                    <a:pt x="0" y="220"/>
                  </a:moveTo>
                  <a:cubicBezTo>
                    <a:pt x="86" y="152"/>
                    <a:pt x="169" y="78"/>
                    <a:pt x="247"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9"/>
            <p:cNvSpPr/>
            <p:nvPr/>
          </p:nvSpPr>
          <p:spPr>
            <a:xfrm>
              <a:off x="1985963" y="0"/>
              <a:ext cx="3622675" cy="6848475"/>
            </a:xfrm>
            <a:custGeom>
              <a:rect b="b" l="l" r="r" t="t"/>
              <a:pathLst>
                <a:path extrusionOk="0" h="1440" w="762">
                  <a:moveTo>
                    <a:pt x="762" y="0"/>
                  </a:moveTo>
                  <a:cubicBezTo>
                    <a:pt x="308" y="245"/>
                    <a:pt x="0" y="1033"/>
                    <a:pt x="403"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9"/>
            <p:cNvSpPr/>
            <p:nvPr/>
          </p:nvSpPr>
          <p:spPr>
            <a:xfrm>
              <a:off x="10479088" y="9525"/>
              <a:ext cx="166688" cy="57150"/>
            </a:xfrm>
            <a:custGeom>
              <a:rect b="b" l="l" r="r" t="t"/>
              <a:pathLst>
                <a:path extrusionOk="0" h="12" w="35">
                  <a:moveTo>
                    <a:pt x="35" y="12"/>
                  </a:moveTo>
                  <a:cubicBezTo>
                    <a:pt x="23" y="8"/>
                    <a:pt x="12" y="4"/>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9"/>
            <p:cNvSpPr/>
            <p:nvPr/>
          </p:nvSpPr>
          <p:spPr>
            <a:xfrm>
              <a:off x="9618663" y="5940425"/>
              <a:ext cx="1027113" cy="908050"/>
            </a:xfrm>
            <a:custGeom>
              <a:rect b="b" l="l" r="r" t="t"/>
              <a:pathLst>
                <a:path extrusionOk="0" h="191" w="216">
                  <a:moveTo>
                    <a:pt x="0" y="191"/>
                  </a:moveTo>
                  <a:cubicBezTo>
                    <a:pt x="75" y="131"/>
                    <a:pt x="147" y="67"/>
                    <a:pt x="216"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9"/>
            <p:cNvSpPr/>
            <p:nvPr/>
          </p:nvSpPr>
          <p:spPr>
            <a:xfrm>
              <a:off x="1985963" y="0"/>
              <a:ext cx="3248025" cy="6848475"/>
            </a:xfrm>
            <a:custGeom>
              <a:rect b="b" l="l" r="r" t="t"/>
              <a:pathLst>
                <a:path extrusionOk="0" h="1440" w="683">
                  <a:moveTo>
                    <a:pt x="683" y="0"/>
                  </a:moveTo>
                  <a:cubicBezTo>
                    <a:pt x="258" y="256"/>
                    <a:pt x="0" y="1041"/>
                    <a:pt x="35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9"/>
            <p:cNvSpPr/>
            <p:nvPr/>
          </p:nvSpPr>
          <p:spPr>
            <a:xfrm>
              <a:off x="9780588" y="6054725"/>
              <a:ext cx="865188" cy="793750"/>
            </a:xfrm>
            <a:custGeom>
              <a:rect b="b" l="l" r="r" t="t"/>
              <a:pathLst>
                <a:path extrusionOk="0" h="167" w="182">
                  <a:moveTo>
                    <a:pt x="0" y="167"/>
                  </a:moveTo>
                  <a:cubicBezTo>
                    <a:pt x="63" y="114"/>
                    <a:pt x="123" y="58"/>
                    <a:pt x="182"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9"/>
            <p:cNvSpPr/>
            <p:nvPr/>
          </p:nvSpPr>
          <p:spPr>
            <a:xfrm>
              <a:off x="1871663" y="0"/>
              <a:ext cx="3233738" cy="6848475"/>
            </a:xfrm>
            <a:custGeom>
              <a:rect b="b" l="l" r="r" t="t"/>
              <a:pathLst>
                <a:path extrusionOk="0" h="1440" w="680">
                  <a:moveTo>
                    <a:pt x="680" y="0"/>
                  </a:moveTo>
                  <a:cubicBezTo>
                    <a:pt x="257" y="265"/>
                    <a:pt x="0" y="1026"/>
                    <a:pt x="337"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9"/>
            <p:cNvSpPr/>
            <p:nvPr/>
          </p:nvSpPr>
          <p:spPr>
            <a:xfrm>
              <a:off x="9956800" y="6216650"/>
              <a:ext cx="688975" cy="631825"/>
            </a:xfrm>
            <a:custGeom>
              <a:rect b="b" l="l" r="r" t="t"/>
              <a:pathLst>
                <a:path extrusionOk="0" h="133" w="145">
                  <a:moveTo>
                    <a:pt x="0" y="133"/>
                  </a:moveTo>
                  <a:cubicBezTo>
                    <a:pt x="50" y="90"/>
                    <a:pt x="98" y="46"/>
                    <a:pt x="145"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9"/>
            <p:cNvSpPr/>
            <p:nvPr/>
          </p:nvSpPr>
          <p:spPr>
            <a:xfrm>
              <a:off x="1466850" y="0"/>
              <a:ext cx="3424238" cy="6848475"/>
            </a:xfrm>
            <a:custGeom>
              <a:rect b="b" l="l" r="r" t="t"/>
              <a:pathLst>
                <a:path extrusionOk="0" h="1440" w="720">
                  <a:moveTo>
                    <a:pt x="720" y="0"/>
                  </a:moveTo>
                  <a:cubicBezTo>
                    <a:pt x="316" y="282"/>
                    <a:pt x="0" y="1018"/>
                    <a:pt x="362"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9"/>
            <p:cNvSpPr/>
            <p:nvPr/>
          </p:nvSpPr>
          <p:spPr>
            <a:xfrm>
              <a:off x="10264775" y="6519863"/>
              <a:ext cx="381000" cy="328613"/>
            </a:xfrm>
            <a:custGeom>
              <a:rect b="b" l="l" r="r" t="t"/>
              <a:pathLst>
                <a:path extrusionOk="0" h="69" w="80">
                  <a:moveTo>
                    <a:pt x="0" y="69"/>
                  </a:moveTo>
                  <a:cubicBezTo>
                    <a:pt x="27" y="47"/>
                    <a:pt x="53" y="24"/>
                    <a:pt x="8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9"/>
            <p:cNvSpPr/>
            <p:nvPr/>
          </p:nvSpPr>
          <p:spPr>
            <a:xfrm>
              <a:off x="1581150" y="0"/>
              <a:ext cx="2720975" cy="6848475"/>
            </a:xfrm>
            <a:custGeom>
              <a:rect b="b" l="l" r="r" t="t"/>
              <a:pathLst>
                <a:path extrusionOk="0" h="1440" w="572">
                  <a:moveTo>
                    <a:pt x="572" y="0"/>
                  </a:moveTo>
                  <a:cubicBezTo>
                    <a:pt x="213" y="320"/>
                    <a:pt x="0" y="979"/>
                    <a:pt x="164" y="1440"/>
                  </a:cubicBezTo>
                </a:path>
              </a:pathLst>
            </a:custGeom>
            <a:noFill/>
            <a:ln cap="flat" cmpd="sng" w="12700">
              <a:solidFill>
                <a:schemeClr val="dk1">
                  <a:alpha val="20000"/>
                </a:schemeClr>
              </a:solidFill>
              <a:prstDash val="dashDot"/>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9"/>
            <p:cNvSpPr/>
            <p:nvPr/>
          </p:nvSpPr>
          <p:spPr>
            <a:xfrm>
              <a:off x="1243013" y="0"/>
              <a:ext cx="2949575" cy="6848475"/>
            </a:xfrm>
            <a:custGeom>
              <a:rect b="b" l="l" r="r" t="t"/>
              <a:pathLst>
                <a:path extrusionOk="0" h="1440" w="620">
                  <a:moveTo>
                    <a:pt x="620" y="0"/>
                  </a:moveTo>
                  <a:cubicBezTo>
                    <a:pt x="248" y="325"/>
                    <a:pt x="0" y="960"/>
                    <a:pt x="186" y="1440"/>
                  </a:cubicBezTo>
                </a:path>
              </a:pathLst>
            </a:custGeom>
            <a:noFill/>
            <a:ln cap="flat" cmpd="sng" w="9525">
              <a:solidFill>
                <a:schemeClr val="dk1">
                  <a:alpha val="20000"/>
                </a:schemeClr>
              </a:solidFill>
              <a:prstDash val="lg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9"/>
            <p:cNvSpPr/>
            <p:nvPr/>
          </p:nvSpPr>
          <p:spPr>
            <a:xfrm>
              <a:off x="1524000" y="0"/>
              <a:ext cx="1446213" cy="2030413"/>
            </a:xfrm>
            <a:custGeom>
              <a:rect b="b" l="l" r="r" t="t"/>
              <a:pathLst>
                <a:path extrusionOk="0" h="427" w="304">
                  <a:moveTo>
                    <a:pt x="304" y="0"/>
                  </a:moveTo>
                  <a:cubicBezTo>
                    <a:pt x="170" y="120"/>
                    <a:pt x="69" y="267"/>
                    <a:pt x="0" y="427"/>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9"/>
            <p:cNvSpPr/>
            <p:nvPr/>
          </p:nvSpPr>
          <p:spPr>
            <a:xfrm>
              <a:off x="1524000" y="9525"/>
              <a:ext cx="1246188" cy="1641475"/>
            </a:xfrm>
            <a:custGeom>
              <a:rect b="b" l="l" r="r" t="t"/>
              <a:pathLst>
                <a:path extrusionOk="0" h="345" w="262">
                  <a:moveTo>
                    <a:pt x="262" y="0"/>
                  </a:moveTo>
                  <a:cubicBezTo>
                    <a:pt x="152" y="102"/>
                    <a:pt x="65" y="217"/>
                    <a:pt x="0" y="345"/>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9"/>
            <p:cNvSpPr/>
            <p:nvPr/>
          </p:nvSpPr>
          <p:spPr>
            <a:xfrm>
              <a:off x="1524000" y="0"/>
              <a:ext cx="1036638" cy="1212850"/>
            </a:xfrm>
            <a:custGeom>
              <a:rect b="b" l="l" r="r" t="t"/>
              <a:pathLst>
                <a:path extrusionOk="0" h="255" w="218">
                  <a:moveTo>
                    <a:pt x="218" y="0"/>
                  </a:moveTo>
                  <a:cubicBezTo>
                    <a:pt x="137" y="77"/>
                    <a:pt x="62" y="162"/>
                    <a:pt x="0" y="255"/>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8" name="Google Shape;218;p19"/>
          <p:cNvGrpSpPr/>
          <p:nvPr/>
        </p:nvGrpSpPr>
        <p:grpSpPr>
          <a:xfrm>
            <a:off x="640080" y="1699589"/>
            <a:ext cx="3286552" cy="3470421"/>
            <a:chOff x="640080" y="1699589"/>
            <a:chExt cx="3286552" cy="3470421"/>
          </a:xfrm>
        </p:grpSpPr>
        <p:sp>
          <p:nvSpPr>
            <p:cNvPr id="219" name="Google Shape;219;p19"/>
            <p:cNvSpPr/>
            <p:nvPr/>
          </p:nvSpPr>
          <p:spPr>
            <a:xfrm>
              <a:off x="644453" y="1699589"/>
              <a:ext cx="3277806" cy="50292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9"/>
            <p:cNvSpPr/>
            <p:nvPr/>
          </p:nvSpPr>
          <p:spPr>
            <a:xfrm rot="10800000">
              <a:off x="2125363" y="4897607"/>
              <a:ext cx="315988" cy="272403"/>
            </a:xfrm>
            <a:prstGeom prst="triangl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9"/>
            <p:cNvSpPr/>
            <p:nvPr/>
          </p:nvSpPr>
          <p:spPr>
            <a:xfrm>
              <a:off x="640080" y="2275661"/>
              <a:ext cx="3286552" cy="262432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2" name="Google Shape;222;p19"/>
          <p:cNvSpPr txBox="1"/>
          <p:nvPr>
            <p:ph type="title"/>
          </p:nvPr>
        </p:nvSpPr>
        <p:spPr>
          <a:xfrm>
            <a:off x="725554" y="2349924"/>
            <a:ext cx="3112047" cy="1225399"/>
          </a:xfrm>
          <a:prstGeom prst="rect">
            <a:avLst/>
          </a:prstGeom>
          <a:noFill/>
          <a:ln>
            <a:noFill/>
          </a:ln>
        </p:spPr>
        <p:txBody>
          <a:bodyPr anchorCtr="0" anchor="b" bIns="0" lIns="228600" spcFirstLastPara="1" rIns="228600" wrap="square" tIns="228600">
            <a:noAutofit/>
          </a:bodyPr>
          <a:lstStyle>
            <a:lvl1pPr lvl="0" algn="ctr">
              <a:lnSpc>
                <a:spcPct val="85000"/>
              </a:lnSpc>
              <a:spcBef>
                <a:spcPts val="0"/>
              </a:spcBef>
              <a:spcAft>
                <a:spcPts val="0"/>
              </a:spcAft>
              <a:buClr>
                <a:srgbClr val="FFFEFF"/>
              </a:buClr>
              <a:buSzPts val="2800"/>
              <a:buFont typeface="Calibri"/>
              <a:buNone/>
              <a:defRPr sz="2800">
                <a:solidFill>
                  <a:srgbClr val="FFFE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3" name="Google Shape;223;p19"/>
          <p:cNvSpPr txBox="1"/>
          <p:nvPr>
            <p:ph idx="1" type="body"/>
          </p:nvPr>
        </p:nvSpPr>
        <p:spPr>
          <a:xfrm>
            <a:off x="4415686" y="801390"/>
            <a:ext cx="4095643" cy="5249495"/>
          </a:xfrm>
          <a:prstGeom prst="rect">
            <a:avLst/>
          </a:prstGeom>
          <a:noFill/>
          <a:ln>
            <a:noFill/>
          </a:ln>
        </p:spPr>
        <p:txBody>
          <a:bodyPr anchorCtr="0" anchor="ctr" bIns="45700" lIns="91425" spcFirstLastPara="1" rIns="91425" wrap="square" tIns="45700">
            <a:normAutofit/>
          </a:bodyPr>
          <a:lstStyle>
            <a:lvl1pPr indent="-354330" lvl="0" marL="457200" algn="l">
              <a:lnSpc>
                <a:spcPct val="120000"/>
              </a:lnSpc>
              <a:spcBef>
                <a:spcPts val="750"/>
              </a:spcBef>
              <a:spcAft>
                <a:spcPts val="0"/>
              </a:spcAft>
              <a:buSzPts val="1980"/>
              <a:buChar char="▪"/>
              <a:defRPr/>
            </a:lvl1pPr>
            <a:lvl2pPr indent="-354330" lvl="1" marL="914400" algn="l">
              <a:lnSpc>
                <a:spcPct val="120000"/>
              </a:lnSpc>
              <a:spcBef>
                <a:spcPts val="375"/>
              </a:spcBef>
              <a:spcAft>
                <a:spcPts val="0"/>
              </a:spcAft>
              <a:buSzPts val="1980"/>
              <a:buChar char="▪"/>
              <a:defRPr/>
            </a:lvl2pPr>
            <a:lvl3pPr indent="-354330" lvl="2" marL="1371600" algn="l">
              <a:lnSpc>
                <a:spcPct val="120000"/>
              </a:lnSpc>
              <a:spcBef>
                <a:spcPts val="375"/>
              </a:spcBef>
              <a:spcAft>
                <a:spcPts val="0"/>
              </a:spcAft>
              <a:buSzPts val="1980"/>
              <a:buChar char="▪"/>
              <a:defRPr/>
            </a:lvl3pPr>
            <a:lvl4pPr indent="-354330" lvl="3" marL="1828800" algn="l">
              <a:lnSpc>
                <a:spcPct val="120000"/>
              </a:lnSpc>
              <a:spcBef>
                <a:spcPts val="375"/>
              </a:spcBef>
              <a:spcAft>
                <a:spcPts val="0"/>
              </a:spcAft>
              <a:buSzPts val="1980"/>
              <a:buChar char="▪"/>
              <a:defRPr/>
            </a:lvl4pPr>
            <a:lvl5pPr indent="-354329" lvl="4" marL="2286000" algn="l">
              <a:lnSpc>
                <a:spcPct val="120000"/>
              </a:lnSpc>
              <a:spcBef>
                <a:spcPts val="375"/>
              </a:spcBef>
              <a:spcAft>
                <a:spcPts val="0"/>
              </a:spcAft>
              <a:buSzPts val="1980"/>
              <a:buChar char="▪"/>
              <a:defRPr/>
            </a:lvl5pPr>
            <a:lvl6pPr indent="-354329" lvl="5" marL="2743200" algn="l">
              <a:lnSpc>
                <a:spcPct val="120000"/>
              </a:lnSpc>
              <a:spcBef>
                <a:spcPts val="375"/>
              </a:spcBef>
              <a:spcAft>
                <a:spcPts val="0"/>
              </a:spcAft>
              <a:buSzPts val="1980"/>
              <a:buChar char="▪"/>
              <a:defRPr/>
            </a:lvl6pPr>
            <a:lvl7pPr indent="-354329" lvl="6" marL="3200400" algn="l">
              <a:lnSpc>
                <a:spcPct val="120000"/>
              </a:lnSpc>
              <a:spcBef>
                <a:spcPts val="375"/>
              </a:spcBef>
              <a:spcAft>
                <a:spcPts val="0"/>
              </a:spcAft>
              <a:buSzPts val="1980"/>
              <a:buChar char="▪"/>
              <a:defRPr/>
            </a:lvl7pPr>
            <a:lvl8pPr indent="-354329" lvl="7" marL="3657600" algn="l">
              <a:lnSpc>
                <a:spcPct val="120000"/>
              </a:lnSpc>
              <a:spcBef>
                <a:spcPts val="375"/>
              </a:spcBef>
              <a:spcAft>
                <a:spcPts val="0"/>
              </a:spcAft>
              <a:buSzPts val="1980"/>
              <a:buChar char="▪"/>
              <a:defRPr/>
            </a:lvl8pPr>
            <a:lvl9pPr indent="-354329" lvl="8" marL="4114800" algn="l">
              <a:lnSpc>
                <a:spcPct val="120000"/>
              </a:lnSpc>
              <a:spcBef>
                <a:spcPts val="375"/>
              </a:spcBef>
              <a:spcAft>
                <a:spcPts val="0"/>
              </a:spcAft>
              <a:buSzPts val="1980"/>
              <a:buChar char="▪"/>
              <a:defRPr/>
            </a:lvl9pPr>
          </a:lstStyle>
          <a:p/>
        </p:txBody>
      </p:sp>
      <p:sp>
        <p:nvSpPr>
          <p:cNvPr id="224" name="Google Shape;224;p19"/>
          <p:cNvSpPr txBox="1"/>
          <p:nvPr>
            <p:ph idx="2" type="body"/>
          </p:nvPr>
        </p:nvSpPr>
        <p:spPr>
          <a:xfrm>
            <a:off x="725554" y="3575324"/>
            <a:ext cx="3112047" cy="1239552"/>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750"/>
              </a:spcBef>
              <a:spcAft>
                <a:spcPts val="0"/>
              </a:spcAft>
              <a:buSzPts val="1540"/>
              <a:buNone/>
              <a:defRPr sz="1400">
                <a:solidFill>
                  <a:srgbClr val="FFFEFF"/>
                </a:solidFill>
              </a:defRPr>
            </a:lvl1pPr>
            <a:lvl2pPr indent="-228600" lvl="1" marL="914400" algn="l">
              <a:lnSpc>
                <a:spcPct val="120000"/>
              </a:lnSpc>
              <a:spcBef>
                <a:spcPts val="375"/>
              </a:spcBef>
              <a:spcAft>
                <a:spcPts val="0"/>
              </a:spcAft>
              <a:buSzPts val="1155"/>
              <a:buNone/>
              <a:defRPr sz="1050"/>
            </a:lvl2pPr>
            <a:lvl3pPr indent="-228600" lvl="2" marL="1371600" algn="l">
              <a:lnSpc>
                <a:spcPct val="120000"/>
              </a:lnSpc>
              <a:spcBef>
                <a:spcPts val="375"/>
              </a:spcBef>
              <a:spcAft>
                <a:spcPts val="0"/>
              </a:spcAft>
              <a:buSzPts val="990"/>
              <a:buNone/>
              <a:defRPr sz="900"/>
            </a:lvl3pPr>
            <a:lvl4pPr indent="-228600" lvl="3" marL="1828800" algn="l">
              <a:lnSpc>
                <a:spcPct val="120000"/>
              </a:lnSpc>
              <a:spcBef>
                <a:spcPts val="375"/>
              </a:spcBef>
              <a:spcAft>
                <a:spcPts val="0"/>
              </a:spcAft>
              <a:buSzPts val="825"/>
              <a:buNone/>
              <a:defRPr sz="750"/>
            </a:lvl4pPr>
            <a:lvl5pPr indent="-228600" lvl="4" marL="2286000" algn="l">
              <a:lnSpc>
                <a:spcPct val="120000"/>
              </a:lnSpc>
              <a:spcBef>
                <a:spcPts val="375"/>
              </a:spcBef>
              <a:spcAft>
                <a:spcPts val="0"/>
              </a:spcAft>
              <a:buSzPts val="825"/>
              <a:buNone/>
              <a:defRPr sz="750"/>
            </a:lvl5pPr>
            <a:lvl6pPr indent="-228600" lvl="5" marL="2743200" algn="l">
              <a:lnSpc>
                <a:spcPct val="120000"/>
              </a:lnSpc>
              <a:spcBef>
                <a:spcPts val="375"/>
              </a:spcBef>
              <a:spcAft>
                <a:spcPts val="0"/>
              </a:spcAft>
              <a:buSzPts val="825"/>
              <a:buNone/>
              <a:defRPr sz="750"/>
            </a:lvl6pPr>
            <a:lvl7pPr indent="-228600" lvl="6" marL="3200400" algn="l">
              <a:lnSpc>
                <a:spcPct val="120000"/>
              </a:lnSpc>
              <a:spcBef>
                <a:spcPts val="375"/>
              </a:spcBef>
              <a:spcAft>
                <a:spcPts val="0"/>
              </a:spcAft>
              <a:buSzPts val="825"/>
              <a:buNone/>
              <a:defRPr sz="750"/>
            </a:lvl7pPr>
            <a:lvl8pPr indent="-228600" lvl="7" marL="3657600" algn="l">
              <a:lnSpc>
                <a:spcPct val="120000"/>
              </a:lnSpc>
              <a:spcBef>
                <a:spcPts val="375"/>
              </a:spcBef>
              <a:spcAft>
                <a:spcPts val="0"/>
              </a:spcAft>
              <a:buSzPts val="825"/>
              <a:buNone/>
              <a:defRPr sz="750"/>
            </a:lvl8pPr>
            <a:lvl9pPr indent="-228600" lvl="8" marL="4114800" algn="l">
              <a:lnSpc>
                <a:spcPct val="120000"/>
              </a:lnSpc>
              <a:spcBef>
                <a:spcPts val="375"/>
              </a:spcBef>
              <a:spcAft>
                <a:spcPts val="0"/>
              </a:spcAft>
              <a:buSzPts val="825"/>
              <a:buNone/>
              <a:defRPr sz="750"/>
            </a:lvl9pPr>
          </a:lstStyle>
          <a:p/>
        </p:txBody>
      </p:sp>
      <p:sp>
        <p:nvSpPr>
          <p:cNvPr id="225" name="Google Shape;225;p19"/>
          <p:cNvSpPr txBox="1"/>
          <p:nvPr>
            <p:ph idx="10" type="dt"/>
          </p:nvPr>
        </p:nvSpPr>
        <p:spPr>
          <a:xfrm>
            <a:off x="640080" y="320040"/>
            <a:ext cx="2743200"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6" name="Google Shape;226;p19"/>
          <p:cNvSpPr txBox="1"/>
          <p:nvPr>
            <p:ph idx="11" type="ftr"/>
          </p:nvPr>
        </p:nvSpPr>
        <p:spPr>
          <a:xfrm>
            <a:off x="640080" y="6227064"/>
            <a:ext cx="7854696" cy="32004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7" name="Google Shape;227;p19"/>
          <p:cNvSpPr txBox="1"/>
          <p:nvPr>
            <p:ph idx="12" type="sldNum"/>
          </p:nvPr>
        </p:nvSpPr>
        <p:spPr>
          <a:xfrm>
            <a:off x="7808976" y="320040"/>
            <a:ext cx="685800" cy="32004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28" name="Shape 228"/>
        <p:cNvGrpSpPr/>
        <p:nvPr/>
      </p:nvGrpSpPr>
      <p:grpSpPr>
        <a:xfrm>
          <a:off x="0" y="0"/>
          <a:ext cx="0" cy="0"/>
          <a:chOff x="0" y="0"/>
          <a:chExt cx="0" cy="0"/>
        </a:xfrm>
      </p:grpSpPr>
      <p:grpSp>
        <p:nvGrpSpPr>
          <p:cNvPr id="229" name="Google Shape;229;p20"/>
          <p:cNvGrpSpPr/>
          <p:nvPr/>
        </p:nvGrpSpPr>
        <p:grpSpPr>
          <a:xfrm>
            <a:off x="0" y="0"/>
            <a:ext cx="9555163" cy="6853238"/>
            <a:chOff x="1524000" y="0"/>
            <a:chExt cx="9555163" cy="6853238"/>
          </a:xfrm>
        </p:grpSpPr>
        <p:sp>
          <p:nvSpPr>
            <p:cNvPr id="230" name="Google Shape;230;p20"/>
            <p:cNvSpPr/>
            <p:nvPr/>
          </p:nvSpPr>
          <p:spPr>
            <a:xfrm>
              <a:off x="1524000" y="1331913"/>
              <a:ext cx="7837488" cy="5521325"/>
            </a:xfrm>
            <a:custGeom>
              <a:rect b="b" l="l" r="r" t="t"/>
              <a:pathLst>
                <a:path extrusionOk="0" h="1161" w="1648">
                  <a:moveTo>
                    <a:pt x="1362" y="1161"/>
                  </a:moveTo>
                  <a:cubicBezTo>
                    <a:pt x="1648" y="920"/>
                    <a:pt x="1283" y="505"/>
                    <a:pt x="1097" y="326"/>
                  </a:cubicBezTo>
                  <a:cubicBezTo>
                    <a:pt x="926" y="162"/>
                    <a:pt x="709" y="35"/>
                    <a:pt x="470" y="14"/>
                  </a:cubicBezTo>
                  <a:cubicBezTo>
                    <a:pt x="315" y="0"/>
                    <a:pt x="142" y="49"/>
                    <a:pt x="0" y="138"/>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0"/>
            <p:cNvSpPr/>
            <p:nvPr/>
          </p:nvSpPr>
          <p:spPr>
            <a:xfrm>
              <a:off x="1524000" y="5564188"/>
              <a:ext cx="1412875" cy="1284288"/>
            </a:xfrm>
            <a:custGeom>
              <a:rect b="b" l="l" r="r" t="t"/>
              <a:pathLst>
                <a:path extrusionOk="0" h="270" w="297">
                  <a:moveTo>
                    <a:pt x="0" y="0"/>
                  </a:moveTo>
                  <a:cubicBezTo>
                    <a:pt x="73" y="119"/>
                    <a:pt x="186" y="220"/>
                    <a:pt x="297" y="27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0"/>
            <p:cNvSpPr/>
            <p:nvPr/>
          </p:nvSpPr>
          <p:spPr>
            <a:xfrm>
              <a:off x="1524000" y="2030413"/>
              <a:ext cx="6510338" cy="4813300"/>
            </a:xfrm>
            <a:custGeom>
              <a:rect b="b" l="l" r="r" t="t"/>
              <a:pathLst>
                <a:path extrusionOk="0" h="1012" w="1369">
                  <a:moveTo>
                    <a:pt x="845" y="1012"/>
                  </a:moveTo>
                  <a:cubicBezTo>
                    <a:pt x="1043" y="967"/>
                    <a:pt x="1369" y="853"/>
                    <a:pt x="1263" y="588"/>
                  </a:cubicBezTo>
                  <a:cubicBezTo>
                    <a:pt x="1164" y="340"/>
                    <a:pt x="861" y="107"/>
                    <a:pt x="602" y="49"/>
                  </a:cubicBezTo>
                  <a:cubicBezTo>
                    <a:pt x="383" y="0"/>
                    <a:pt x="135" y="97"/>
                    <a:pt x="0" y="28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0"/>
            <p:cNvSpPr/>
            <p:nvPr/>
          </p:nvSpPr>
          <p:spPr>
            <a:xfrm>
              <a:off x="1528763" y="6207125"/>
              <a:ext cx="717550" cy="646113"/>
            </a:xfrm>
            <a:custGeom>
              <a:rect b="b" l="l" r="r" t="t"/>
              <a:pathLst>
                <a:path extrusionOk="0" h="136" w="151">
                  <a:moveTo>
                    <a:pt x="0" y="0"/>
                  </a:moveTo>
                  <a:cubicBezTo>
                    <a:pt x="45" y="52"/>
                    <a:pt x="97" y="99"/>
                    <a:pt x="151" y="136"/>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0"/>
            <p:cNvSpPr/>
            <p:nvPr/>
          </p:nvSpPr>
          <p:spPr>
            <a:xfrm>
              <a:off x="1524000" y="1806575"/>
              <a:ext cx="6753225" cy="5046663"/>
            </a:xfrm>
            <a:custGeom>
              <a:rect b="b" l="l" r="r" t="t"/>
              <a:pathLst>
                <a:path extrusionOk="0" h="1061" w="1420">
                  <a:moveTo>
                    <a:pt x="1034" y="1061"/>
                  </a:moveTo>
                  <a:cubicBezTo>
                    <a:pt x="1148" y="1019"/>
                    <a:pt x="1283" y="957"/>
                    <a:pt x="1345" y="845"/>
                  </a:cubicBezTo>
                  <a:cubicBezTo>
                    <a:pt x="1420" y="710"/>
                    <a:pt x="1338" y="570"/>
                    <a:pt x="1249" y="466"/>
                  </a:cubicBezTo>
                  <a:cubicBezTo>
                    <a:pt x="1068" y="253"/>
                    <a:pt x="816" y="57"/>
                    <a:pt x="530" y="23"/>
                  </a:cubicBezTo>
                  <a:cubicBezTo>
                    <a:pt x="336" y="0"/>
                    <a:pt x="140" y="87"/>
                    <a:pt x="0" y="225"/>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0"/>
            <p:cNvSpPr/>
            <p:nvPr/>
          </p:nvSpPr>
          <p:spPr>
            <a:xfrm>
              <a:off x="1524000" y="669925"/>
              <a:ext cx="8797925" cy="6183313"/>
            </a:xfrm>
            <a:custGeom>
              <a:rect b="b" l="l" r="r" t="t"/>
              <a:pathLst>
                <a:path extrusionOk="0" h="1300" w="1850">
                  <a:moveTo>
                    <a:pt x="1552" y="1300"/>
                  </a:moveTo>
                  <a:cubicBezTo>
                    <a:pt x="1850" y="1019"/>
                    <a:pt x="1504" y="652"/>
                    <a:pt x="1288" y="447"/>
                  </a:cubicBezTo>
                  <a:cubicBezTo>
                    <a:pt x="1085" y="255"/>
                    <a:pt x="838" y="90"/>
                    <a:pt x="559" y="37"/>
                  </a:cubicBezTo>
                  <a:cubicBezTo>
                    <a:pt x="364" y="0"/>
                    <a:pt x="171" y="40"/>
                    <a:pt x="0" y="131"/>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0"/>
            <p:cNvSpPr/>
            <p:nvPr/>
          </p:nvSpPr>
          <p:spPr>
            <a:xfrm>
              <a:off x="1524000" y="119063"/>
              <a:ext cx="9555163" cy="6734175"/>
            </a:xfrm>
            <a:custGeom>
              <a:rect b="b" l="l" r="r" t="t"/>
              <a:pathLst>
                <a:path extrusionOk="0" h="1416" w="2009">
                  <a:moveTo>
                    <a:pt x="1725" y="1416"/>
                  </a:moveTo>
                  <a:cubicBezTo>
                    <a:pt x="2009" y="1117"/>
                    <a:pt x="1728" y="785"/>
                    <a:pt x="1492" y="565"/>
                  </a:cubicBezTo>
                  <a:cubicBezTo>
                    <a:pt x="1248" y="339"/>
                    <a:pt x="961" y="143"/>
                    <a:pt x="635" y="61"/>
                  </a:cubicBezTo>
                  <a:cubicBezTo>
                    <a:pt x="392" y="0"/>
                    <a:pt x="190" y="18"/>
                    <a:pt x="0" y="107"/>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0"/>
            <p:cNvSpPr/>
            <p:nvPr/>
          </p:nvSpPr>
          <p:spPr>
            <a:xfrm>
              <a:off x="5419725" y="4763"/>
              <a:ext cx="5216525" cy="5368925"/>
            </a:xfrm>
            <a:custGeom>
              <a:rect b="b" l="l" r="r" t="t"/>
              <a:pathLst>
                <a:path extrusionOk="0" h="1129" w="1097">
                  <a:moveTo>
                    <a:pt x="1097" y="1129"/>
                  </a:moveTo>
                  <a:cubicBezTo>
                    <a:pt x="1031" y="909"/>
                    <a:pt x="843" y="701"/>
                    <a:pt x="709" y="551"/>
                  </a:cubicBezTo>
                  <a:cubicBezTo>
                    <a:pt x="509" y="327"/>
                    <a:pt x="274" y="127"/>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0"/>
            <p:cNvSpPr/>
            <p:nvPr/>
          </p:nvSpPr>
          <p:spPr>
            <a:xfrm>
              <a:off x="5813425" y="4763"/>
              <a:ext cx="4832350" cy="4822825"/>
            </a:xfrm>
            <a:custGeom>
              <a:rect b="b" l="l" r="r" t="t"/>
              <a:pathLst>
                <a:path extrusionOk="0" h="1014" w="1016">
                  <a:moveTo>
                    <a:pt x="1016" y="1014"/>
                  </a:moveTo>
                  <a:cubicBezTo>
                    <a:pt x="934" y="849"/>
                    <a:pt x="802" y="697"/>
                    <a:pt x="698" y="577"/>
                  </a:cubicBezTo>
                  <a:cubicBezTo>
                    <a:pt x="500" y="348"/>
                    <a:pt x="270" y="141"/>
                    <a:pt x="0"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0"/>
            <p:cNvSpPr/>
            <p:nvPr/>
          </p:nvSpPr>
          <p:spPr>
            <a:xfrm>
              <a:off x="6003925" y="4763"/>
              <a:ext cx="4641850" cy="4598988"/>
            </a:xfrm>
            <a:custGeom>
              <a:rect b="b" l="l" r="r" t="t"/>
              <a:pathLst>
                <a:path extrusionOk="0" h="967" w="976">
                  <a:moveTo>
                    <a:pt x="976" y="967"/>
                  </a:moveTo>
                  <a:cubicBezTo>
                    <a:pt x="894" y="822"/>
                    <a:pt x="779" y="689"/>
                    <a:pt x="686" y="580"/>
                  </a:cubicBezTo>
                  <a:cubicBezTo>
                    <a:pt x="491" y="352"/>
                    <a:pt x="264" y="145"/>
                    <a:pt x="0" y="0"/>
                  </a:cubicBezTo>
                </a:path>
              </a:pathLst>
            </a:custGeom>
            <a:noFill/>
            <a:ln cap="flat" cmpd="sng" w="12700">
              <a:solidFill>
                <a:schemeClr val="dk1">
                  <a:alpha val="20000"/>
                </a:schemeClr>
              </a:solidFill>
              <a:prstDash val="dashDot"/>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0"/>
            <p:cNvSpPr/>
            <p:nvPr/>
          </p:nvSpPr>
          <p:spPr>
            <a:xfrm>
              <a:off x="6203950" y="0"/>
              <a:ext cx="4441825" cy="4237038"/>
            </a:xfrm>
            <a:custGeom>
              <a:rect b="b" l="l" r="r" t="t"/>
              <a:pathLst>
                <a:path extrusionOk="0" h="891" w="934">
                  <a:moveTo>
                    <a:pt x="934" y="891"/>
                  </a:moveTo>
                  <a:cubicBezTo>
                    <a:pt x="863" y="783"/>
                    <a:pt x="778" y="684"/>
                    <a:pt x="705" y="599"/>
                  </a:cubicBezTo>
                  <a:cubicBezTo>
                    <a:pt x="503" y="365"/>
                    <a:pt x="270" y="152"/>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0"/>
            <p:cNvSpPr/>
            <p:nvPr/>
          </p:nvSpPr>
          <p:spPr>
            <a:xfrm>
              <a:off x="6456363" y="4763"/>
              <a:ext cx="4179888" cy="3986213"/>
            </a:xfrm>
            <a:custGeom>
              <a:rect b="b" l="l" r="r" t="t"/>
              <a:pathLst>
                <a:path extrusionOk="0" h="838" w="879">
                  <a:moveTo>
                    <a:pt x="879" y="838"/>
                  </a:moveTo>
                  <a:cubicBezTo>
                    <a:pt x="821" y="755"/>
                    <a:pt x="756" y="679"/>
                    <a:pt x="698" y="611"/>
                  </a:cubicBezTo>
                  <a:cubicBezTo>
                    <a:pt x="498" y="375"/>
                    <a:pt x="268" y="159"/>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0"/>
            <p:cNvSpPr/>
            <p:nvPr/>
          </p:nvSpPr>
          <p:spPr>
            <a:xfrm>
              <a:off x="6869113" y="4763"/>
              <a:ext cx="3776663" cy="3838575"/>
            </a:xfrm>
            <a:custGeom>
              <a:rect b="b" l="l" r="r" t="t"/>
              <a:pathLst>
                <a:path extrusionOk="0" h="807" w="794">
                  <a:moveTo>
                    <a:pt x="794" y="807"/>
                  </a:moveTo>
                  <a:cubicBezTo>
                    <a:pt x="745" y="739"/>
                    <a:pt x="695" y="676"/>
                    <a:pt x="648" y="617"/>
                  </a:cubicBezTo>
                  <a:cubicBezTo>
                    <a:pt x="462" y="383"/>
                    <a:pt x="248" y="168"/>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0"/>
            <p:cNvSpPr/>
            <p:nvPr/>
          </p:nvSpPr>
          <p:spPr>
            <a:xfrm>
              <a:off x="8758238" y="4763"/>
              <a:ext cx="1887538" cy="1355725"/>
            </a:xfrm>
            <a:custGeom>
              <a:rect b="b" l="l" r="r" t="t"/>
              <a:pathLst>
                <a:path extrusionOk="0" h="285" w="397">
                  <a:moveTo>
                    <a:pt x="397" y="285"/>
                  </a:moveTo>
                  <a:cubicBezTo>
                    <a:pt x="270" y="182"/>
                    <a:pt x="138" y="86"/>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0"/>
            <p:cNvSpPr/>
            <p:nvPr/>
          </p:nvSpPr>
          <p:spPr>
            <a:xfrm>
              <a:off x="9223375" y="9525"/>
              <a:ext cx="1422400" cy="1108075"/>
            </a:xfrm>
            <a:custGeom>
              <a:rect b="b" l="l" r="r" t="t"/>
              <a:pathLst>
                <a:path extrusionOk="0" h="233" w="299">
                  <a:moveTo>
                    <a:pt x="299" y="233"/>
                  </a:moveTo>
                  <a:cubicBezTo>
                    <a:pt x="197" y="145"/>
                    <a:pt x="97" y="68"/>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20"/>
            <p:cNvSpPr/>
            <p:nvPr/>
          </p:nvSpPr>
          <p:spPr>
            <a:xfrm>
              <a:off x="10009188" y="4763"/>
              <a:ext cx="636588" cy="361950"/>
            </a:xfrm>
            <a:custGeom>
              <a:rect b="b" l="l" r="r" t="t"/>
              <a:pathLst>
                <a:path extrusionOk="0" h="76" w="134">
                  <a:moveTo>
                    <a:pt x="0" y="0"/>
                  </a:moveTo>
                  <a:cubicBezTo>
                    <a:pt x="45" y="25"/>
                    <a:pt x="89" y="50"/>
                    <a:pt x="134" y="76"/>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6" name="Google Shape;246;p20"/>
          <p:cNvGrpSpPr/>
          <p:nvPr/>
        </p:nvGrpSpPr>
        <p:grpSpPr>
          <a:xfrm>
            <a:off x="644463" y="1698332"/>
            <a:ext cx="4357752" cy="3470420"/>
            <a:chOff x="644463" y="1698332"/>
            <a:chExt cx="4357752" cy="3470420"/>
          </a:xfrm>
        </p:grpSpPr>
        <p:sp>
          <p:nvSpPr>
            <p:cNvPr id="247" name="Google Shape;247;p20"/>
            <p:cNvSpPr/>
            <p:nvPr/>
          </p:nvSpPr>
          <p:spPr>
            <a:xfrm>
              <a:off x="644463" y="1698332"/>
              <a:ext cx="4357752" cy="50292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0"/>
            <p:cNvSpPr/>
            <p:nvPr/>
          </p:nvSpPr>
          <p:spPr>
            <a:xfrm>
              <a:off x="644463" y="2274404"/>
              <a:ext cx="4357752" cy="262432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0"/>
            <p:cNvSpPr/>
            <p:nvPr/>
          </p:nvSpPr>
          <p:spPr>
            <a:xfrm rot="10800000">
              <a:off x="2665346" y="4896349"/>
              <a:ext cx="315988" cy="272403"/>
            </a:xfrm>
            <a:prstGeom prst="triangl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0" name="Google Shape;250;p20"/>
          <p:cNvSpPr/>
          <p:nvPr>
            <p:ph idx="2" type="pic"/>
          </p:nvPr>
        </p:nvSpPr>
        <p:spPr>
          <a:xfrm>
            <a:off x="5654676" y="0"/>
            <a:ext cx="3489324" cy="6858000"/>
          </a:xfrm>
          <a:prstGeom prst="rect">
            <a:avLst/>
          </a:prstGeom>
          <a:solidFill>
            <a:srgbClr val="FEFEFE"/>
          </a:solidFill>
          <a:ln>
            <a:noFill/>
          </a:ln>
        </p:spPr>
      </p:sp>
      <p:sp>
        <p:nvSpPr>
          <p:cNvPr id="251" name="Google Shape;251;p20"/>
          <p:cNvSpPr txBox="1"/>
          <p:nvPr>
            <p:ph type="title"/>
          </p:nvPr>
        </p:nvSpPr>
        <p:spPr>
          <a:xfrm>
            <a:off x="723585" y="2336402"/>
            <a:ext cx="4197666" cy="1265539"/>
          </a:xfrm>
          <a:prstGeom prst="rect">
            <a:avLst/>
          </a:prstGeom>
          <a:noFill/>
          <a:ln>
            <a:noFill/>
          </a:ln>
        </p:spPr>
        <p:txBody>
          <a:bodyPr anchorCtr="0" anchor="b" bIns="0" lIns="228600" spcFirstLastPara="1" rIns="228600" wrap="square" tIns="228600">
            <a:normAutofit/>
          </a:bodyPr>
          <a:lstStyle>
            <a:lvl1pPr lvl="0" algn="ctr">
              <a:lnSpc>
                <a:spcPct val="85000"/>
              </a:lnSpc>
              <a:spcBef>
                <a:spcPts val="0"/>
              </a:spcBef>
              <a:spcAft>
                <a:spcPts val="0"/>
              </a:spcAft>
              <a:buClr>
                <a:srgbClr val="FFFEFF"/>
              </a:buClr>
              <a:buSzPts val="3200"/>
              <a:buFont typeface="Calibri"/>
              <a:buNone/>
              <a:defRPr sz="3200">
                <a:solidFill>
                  <a:srgbClr val="FFFE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2" name="Google Shape;252;p20"/>
          <p:cNvSpPr txBox="1"/>
          <p:nvPr>
            <p:ph idx="1" type="body"/>
          </p:nvPr>
        </p:nvSpPr>
        <p:spPr>
          <a:xfrm>
            <a:off x="722314" y="3601941"/>
            <a:ext cx="4199254" cy="1214535"/>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750"/>
              </a:spcBef>
              <a:spcAft>
                <a:spcPts val="0"/>
              </a:spcAft>
              <a:buSzPts val="1540"/>
              <a:buNone/>
              <a:defRPr sz="1400">
                <a:solidFill>
                  <a:srgbClr val="FFFEFF"/>
                </a:solidFill>
              </a:defRPr>
            </a:lvl1pPr>
            <a:lvl2pPr indent="-228600" lvl="1" marL="914400" algn="l">
              <a:lnSpc>
                <a:spcPct val="120000"/>
              </a:lnSpc>
              <a:spcBef>
                <a:spcPts val="375"/>
              </a:spcBef>
              <a:spcAft>
                <a:spcPts val="0"/>
              </a:spcAft>
              <a:buSzPts val="1155"/>
              <a:buNone/>
              <a:defRPr sz="1050"/>
            </a:lvl2pPr>
            <a:lvl3pPr indent="-228600" lvl="2" marL="1371600" algn="l">
              <a:lnSpc>
                <a:spcPct val="120000"/>
              </a:lnSpc>
              <a:spcBef>
                <a:spcPts val="375"/>
              </a:spcBef>
              <a:spcAft>
                <a:spcPts val="0"/>
              </a:spcAft>
              <a:buSzPts val="990"/>
              <a:buNone/>
              <a:defRPr sz="900"/>
            </a:lvl3pPr>
            <a:lvl4pPr indent="-228600" lvl="3" marL="1828800" algn="l">
              <a:lnSpc>
                <a:spcPct val="120000"/>
              </a:lnSpc>
              <a:spcBef>
                <a:spcPts val="375"/>
              </a:spcBef>
              <a:spcAft>
                <a:spcPts val="0"/>
              </a:spcAft>
              <a:buSzPts val="825"/>
              <a:buNone/>
              <a:defRPr sz="750"/>
            </a:lvl4pPr>
            <a:lvl5pPr indent="-228600" lvl="4" marL="2286000" algn="l">
              <a:lnSpc>
                <a:spcPct val="120000"/>
              </a:lnSpc>
              <a:spcBef>
                <a:spcPts val="375"/>
              </a:spcBef>
              <a:spcAft>
                <a:spcPts val="0"/>
              </a:spcAft>
              <a:buSzPts val="825"/>
              <a:buNone/>
              <a:defRPr sz="750"/>
            </a:lvl5pPr>
            <a:lvl6pPr indent="-228600" lvl="5" marL="2743200" algn="l">
              <a:lnSpc>
                <a:spcPct val="120000"/>
              </a:lnSpc>
              <a:spcBef>
                <a:spcPts val="375"/>
              </a:spcBef>
              <a:spcAft>
                <a:spcPts val="0"/>
              </a:spcAft>
              <a:buSzPts val="825"/>
              <a:buNone/>
              <a:defRPr sz="750"/>
            </a:lvl6pPr>
            <a:lvl7pPr indent="-228600" lvl="6" marL="3200400" algn="l">
              <a:lnSpc>
                <a:spcPct val="120000"/>
              </a:lnSpc>
              <a:spcBef>
                <a:spcPts val="375"/>
              </a:spcBef>
              <a:spcAft>
                <a:spcPts val="0"/>
              </a:spcAft>
              <a:buSzPts val="825"/>
              <a:buNone/>
              <a:defRPr sz="750"/>
            </a:lvl7pPr>
            <a:lvl8pPr indent="-228600" lvl="7" marL="3657600" algn="l">
              <a:lnSpc>
                <a:spcPct val="120000"/>
              </a:lnSpc>
              <a:spcBef>
                <a:spcPts val="375"/>
              </a:spcBef>
              <a:spcAft>
                <a:spcPts val="0"/>
              </a:spcAft>
              <a:buSzPts val="825"/>
              <a:buNone/>
              <a:defRPr sz="750"/>
            </a:lvl8pPr>
            <a:lvl9pPr indent="-228600" lvl="8" marL="4114800" algn="l">
              <a:lnSpc>
                <a:spcPct val="120000"/>
              </a:lnSpc>
              <a:spcBef>
                <a:spcPts val="375"/>
              </a:spcBef>
              <a:spcAft>
                <a:spcPts val="0"/>
              </a:spcAft>
              <a:buSzPts val="825"/>
              <a:buNone/>
              <a:defRPr sz="750"/>
            </a:lvl9pPr>
          </a:lstStyle>
          <a:p/>
        </p:txBody>
      </p:sp>
      <p:sp>
        <p:nvSpPr>
          <p:cNvPr id="253" name="Google Shape;253;p20"/>
          <p:cNvSpPr txBox="1"/>
          <p:nvPr>
            <p:ph idx="10" type="dt"/>
          </p:nvPr>
        </p:nvSpPr>
        <p:spPr>
          <a:xfrm>
            <a:off x="640080" y="320040"/>
            <a:ext cx="2743200"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4" name="Google Shape;254;p20"/>
          <p:cNvSpPr txBox="1"/>
          <p:nvPr>
            <p:ph idx="11" type="ftr"/>
          </p:nvPr>
        </p:nvSpPr>
        <p:spPr>
          <a:xfrm>
            <a:off x="640080" y="6227064"/>
            <a:ext cx="4358641" cy="32004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5" name="Google Shape;255;p20"/>
          <p:cNvSpPr txBox="1"/>
          <p:nvPr>
            <p:ph idx="12" type="sldNum"/>
          </p:nvPr>
        </p:nvSpPr>
        <p:spPr>
          <a:xfrm>
            <a:off x="4315463" y="320040"/>
            <a:ext cx="685800" cy="32004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56" name="Shape 256"/>
        <p:cNvGrpSpPr/>
        <p:nvPr/>
      </p:nvGrpSpPr>
      <p:grpSpPr>
        <a:xfrm>
          <a:off x="0" y="0"/>
          <a:ext cx="0" cy="0"/>
          <a:chOff x="0" y="0"/>
          <a:chExt cx="0" cy="0"/>
        </a:xfrm>
      </p:grpSpPr>
      <p:grpSp>
        <p:nvGrpSpPr>
          <p:cNvPr id="257" name="Google Shape;257;p21"/>
          <p:cNvGrpSpPr/>
          <p:nvPr/>
        </p:nvGrpSpPr>
        <p:grpSpPr>
          <a:xfrm>
            <a:off x="-286226" y="0"/>
            <a:ext cx="9421759" cy="6858001"/>
            <a:chOff x="1243013" y="0"/>
            <a:chExt cx="9402763" cy="6858001"/>
          </a:xfrm>
        </p:grpSpPr>
        <p:sp>
          <p:nvSpPr>
            <p:cNvPr id="258" name="Google Shape;258;p21"/>
            <p:cNvSpPr/>
            <p:nvPr/>
          </p:nvSpPr>
          <p:spPr>
            <a:xfrm>
              <a:off x="2289175" y="0"/>
              <a:ext cx="3867150" cy="6848475"/>
            </a:xfrm>
            <a:custGeom>
              <a:rect b="b" l="l" r="r" t="t"/>
              <a:pathLst>
                <a:path extrusionOk="0" h="1440" w="813">
                  <a:moveTo>
                    <a:pt x="813" y="0"/>
                  </a:moveTo>
                  <a:cubicBezTo>
                    <a:pt x="331" y="221"/>
                    <a:pt x="0" y="1039"/>
                    <a:pt x="43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21"/>
            <p:cNvSpPr/>
            <p:nvPr/>
          </p:nvSpPr>
          <p:spPr>
            <a:xfrm>
              <a:off x="9604375" y="9525"/>
              <a:ext cx="1041400" cy="328613"/>
            </a:xfrm>
            <a:custGeom>
              <a:rect b="b" l="l" r="r" t="t"/>
              <a:pathLst>
                <a:path extrusionOk="0" h="69" w="219">
                  <a:moveTo>
                    <a:pt x="219" y="69"/>
                  </a:moveTo>
                  <a:cubicBezTo>
                    <a:pt x="147" y="41"/>
                    <a:pt x="71" y="19"/>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1"/>
            <p:cNvSpPr/>
            <p:nvPr/>
          </p:nvSpPr>
          <p:spPr>
            <a:xfrm>
              <a:off x="9223375" y="5578475"/>
              <a:ext cx="1422400" cy="1270000"/>
            </a:xfrm>
            <a:custGeom>
              <a:rect b="b" l="l" r="r" t="t"/>
              <a:pathLst>
                <a:path extrusionOk="0" h="267" w="299">
                  <a:moveTo>
                    <a:pt x="0" y="267"/>
                  </a:moveTo>
                  <a:cubicBezTo>
                    <a:pt x="105" y="186"/>
                    <a:pt x="206" y="96"/>
                    <a:pt x="299"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21"/>
            <p:cNvSpPr/>
            <p:nvPr/>
          </p:nvSpPr>
          <p:spPr>
            <a:xfrm>
              <a:off x="2103438" y="0"/>
              <a:ext cx="3681413" cy="6848475"/>
            </a:xfrm>
            <a:custGeom>
              <a:rect b="b" l="l" r="r" t="t"/>
              <a:pathLst>
                <a:path extrusionOk="0" h="1440" w="774">
                  <a:moveTo>
                    <a:pt x="774" y="0"/>
                  </a:moveTo>
                  <a:cubicBezTo>
                    <a:pt x="312" y="240"/>
                    <a:pt x="0" y="1034"/>
                    <a:pt x="411" y="144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1"/>
            <p:cNvSpPr/>
            <p:nvPr/>
          </p:nvSpPr>
          <p:spPr>
            <a:xfrm>
              <a:off x="10179050" y="9525"/>
              <a:ext cx="466725" cy="157163"/>
            </a:xfrm>
            <a:custGeom>
              <a:rect b="b" l="l" r="r" t="t"/>
              <a:pathLst>
                <a:path extrusionOk="0" h="33" w="98">
                  <a:moveTo>
                    <a:pt x="98" y="33"/>
                  </a:moveTo>
                  <a:cubicBezTo>
                    <a:pt x="65" y="21"/>
                    <a:pt x="33" y="10"/>
                    <a:pt x="0"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1"/>
            <p:cNvSpPr/>
            <p:nvPr/>
          </p:nvSpPr>
          <p:spPr>
            <a:xfrm>
              <a:off x="9471025" y="5811838"/>
              <a:ext cx="1174750" cy="1046163"/>
            </a:xfrm>
            <a:custGeom>
              <a:rect b="b" l="l" r="r" t="t"/>
              <a:pathLst>
                <a:path extrusionOk="0" h="220" w="247">
                  <a:moveTo>
                    <a:pt x="0" y="220"/>
                  </a:moveTo>
                  <a:cubicBezTo>
                    <a:pt x="86" y="152"/>
                    <a:pt x="169" y="78"/>
                    <a:pt x="247"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1"/>
            <p:cNvSpPr/>
            <p:nvPr/>
          </p:nvSpPr>
          <p:spPr>
            <a:xfrm>
              <a:off x="1985963" y="0"/>
              <a:ext cx="3622675" cy="6848475"/>
            </a:xfrm>
            <a:custGeom>
              <a:rect b="b" l="l" r="r" t="t"/>
              <a:pathLst>
                <a:path extrusionOk="0" h="1440" w="762">
                  <a:moveTo>
                    <a:pt x="762" y="0"/>
                  </a:moveTo>
                  <a:cubicBezTo>
                    <a:pt x="308" y="245"/>
                    <a:pt x="0" y="1033"/>
                    <a:pt x="403"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1"/>
            <p:cNvSpPr/>
            <p:nvPr/>
          </p:nvSpPr>
          <p:spPr>
            <a:xfrm>
              <a:off x="10479088" y="9525"/>
              <a:ext cx="166688" cy="57150"/>
            </a:xfrm>
            <a:custGeom>
              <a:rect b="b" l="l" r="r" t="t"/>
              <a:pathLst>
                <a:path extrusionOk="0" h="12" w="35">
                  <a:moveTo>
                    <a:pt x="35" y="12"/>
                  </a:moveTo>
                  <a:cubicBezTo>
                    <a:pt x="23" y="8"/>
                    <a:pt x="12" y="4"/>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1"/>
            <p:cNvSpPr/>
            <p:nvPr/>
          </p:nvSpPr>
          <p:spPr>
            <a:xfrm>
              <a:off x="9618663" y="5940425"/>
              <a:ext cx="1027113" cy="908050"/>
            </a:xfrm>
            <a:custGeom>
              <a:rect b="b" l="l" r="r" t="t"/>
              <a:pathLst>
                <a:path extrusionOk="0" h="191" w="216">
                  <a:moveTo>
                    <a:pt x="0" y="191"/>
                  </a:moveTo>
                  <a:cubicBezTo>
                    <a:pt x="75" y="131"/>
                    <a:pt x="147" y="67"/>
                    <a:pt x="216"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1"/>
            <p:cNvSpPr/>
            <p:nvPr/>
          </p:nvSpPr>
          <p:spPr>
            <a:xfrm>
              <a:off x="1985963" y="0"/>
              <a:ext cx="3248025" cy="6848475"/>
            </a:xfrm>
            <a:custGeom>
              <a:rect b="b" l="l" r="r" t="t"/>
              <a:pathLst>
                <a:path extrusionOk="0" h="1440" w="683">
                  <a:moveTo>
                    <a:pt x="683" y="0"/>
                  </a:moveTo>
                  <a:cubicBezTo>
                    <a:pt x="258" y="256"/>
                    <a:pt x="0" y="1041"/>
                    <a:pt x="35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1"/>
            <p:cNvSpPr/>
            <p:nvPr/>
          </p:nvSpPr>
          <p:spPr>
            <a:xfrm>
              <a:off x="9780588" y="6054725"/>
              <a:ext cx="865188" cy="793750"/>
            </a:xfrm>
            <a:custGeom>
              <a:rect b="b" l="l" r="r" t="t"/>
              <a:pathLst>
                <a:path extrusionOk="0" h="167" w="182">
                  <a:moveTo>
                    <a:pt x="0" y="167"/>
                  </a:moveTo>
                  <a:cubicBezTo>
                    <a:pt x="63" y="114"/>
                    <a:pt x="123" y="58"/>
                    <a:pt x="182"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1"/>
            <p:cNvSpPr/>
            <p:nvPr/>
          </p:nvSpPr>
          <p:spPr>
            <a:xfrm>
              <a:off x="1871663" y="0"/>
              <a:ext cx="3233738" cy="6848475"/>
            </a:xfrm>
            <a:custGeom>
              <a:rect b="b" l="l" r="r" t="t"/>
              <a:pathLst>
                <a:path extrusionOk="0" h="1440" w="680">
                  <a:moveTo>
                    <a:pt x="680" y="0"/>
                  </a:moveTo>
                  <a:cubicBezTo>
                    <a:pt x="257" y="265"/>
                    <a:pt x="0" y="1026"/>
                    <a:pt x="337"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1"/>
            <p:cNvSpPr/>
            <p:nvPr/>
          </p:nvSpPr>
          <p:spPr>
            <a:xfrm>
              <a:off x="9956800" y="6216650"/>
              <a:ext cx="688975" cy="631825"/>
            </a:xfrm>
            <a:custGeom>
              <a:rect b="b" l="l" r="r" t="t"/>
              <a:pathLst>
                <a:path extrusionOk="0" h="133" w="145">
                  <a:moveTo>
                    <a:pt x="0" y="133"/>
                  </a:moveTo>
                  <a:cubicBezTo>
                    <a:pt x="50" y="90"/>
                    <a:pt x="98" y="46"/>
                    <a:pt x="145"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1"/>
            <p:cNvSpPr/>
            <p:nvPr/>
          </p:nvSpPr>
          <p:spPr>
            <a:xfrm>
              <a:off x="1466850" y="0"/>
              <a:ext cx="3424238" cy="6848475"/>
            </a:xfrm>
            <a:custGeom>
              <a:rect b="b" l="l" r="r" t="t"/>
              <a:pathLst>
                <a:path extrusionOk="0" h="1440" w="720">
                  <a:moveTo>
                    <a:pt x="720" y="0"/>
                  </a:moveTo>
                  <a:cubicBezTo>
                    <a:pt x="316" y="282"/>
                    <a:pt x="0" y="1018"/>
                    <a:pt x="362"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1"/>
            <p:cNvSpPr/>
            <p:nvPr/>
          </p:nvSpPr>
          <p:spPr>
            <a:xfrm>
              <a:off x="10264775" y="6519863"/>
              <a:ext cx="381000" cy="328613"/>
            </a:xfrm>
            <a:custGeom>
              <a:rect b="b" l="l" r="r" t="t"/>
              <a:pathLst>
                <a:path extrusionOk="0" h="69" w="80">
                  <a:moveTo>
                    <a:pt x="0" y="69"/>
                  </a:moveTo>
                  <a:cubicBezTo>
                    <a:pt x="27" y="47"/>
                    <a:pt x="53" y="24"/>
                    <a:pt x="8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1"/>
            <p:cNvSpPr/>
            <p:nvPr/>
          </p:nvSpPr>
          <p:spPr>
            <a:xfrm>
              <a:off x="1581150" y="0"/>
              <a:ext cx="2720975" cy="6848475"/>
            </a:xfrm>
            <a:custGeom>
              <a:rect b="b" l="l" r="r" t="t"/>
              <a:pathLst>
                <a:path extrusionOk="0" h="1440" w="572">
                  <a:moveTo>
                    <a:pt x="572" y="0"/>
                  </a:moveTo>
                  <a:cubicBezTo>
                    <a:pt x="213" y="320"/>
                    <a:pt x="0" y="979"/>
                    <a:pt x="164" y="1440"/>
                  </a:cubicBezTo>
                </a:path>
              </a:pathLst>
            </a:custGeom>
            <a:noFill/>
            <a:ln cap="flat" cmpd="sng" w="12700">
              <a:solidFill>
                <a:schemeClr val="dk1">
                  <a:alpha val="20000"/>
                </a:schemeClr>
              </a:solidFill>
              <a:prstDash val="dashDot"/>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1"/>
            <p:cNvSpPr/>
            <p:nvPr/>
          </p:nvSpPr>
          <p:spPr>
            <a:xfrm>
              <a:off x="1243013" y="0"/>
              <a:ext cx="2949575" cy="6848475"/>
            </a:xfrm>
            <a:custGeom>
              <a:rect b="b" l="l" r="r" t="t"/>
              <a:pathLst>
                <a:path extrusionOk="0" h="1440" w="620">
                  <a:moveTo>
                    <a:pt x="620" y="0"/>
                  </a:moveTo>
                  <a:cubicBezTo>
                    <a:pt x="248" y="325"/>
                    <a:pt x="0" y="960"/>
                    <a:pt x="186" y="1440"/>
                  </a:cubicBezTo>
                </a:path>
              </a:pathLst>
            </a:custGeom>
            <a:noFill/>
            <a:ln cap="flat" cmpd="sng" w="9525">
              <a:solidFill>
                <a:schemeClr val="dk1">
                  <a:alpha val="20000"/>
                </a:schemeClr>
              </a:solidFill>
              <a:prstDash val="lg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1"/>
            <p:cNvSpPr/>
            <p:nvPr/>
          </p:nvSpPr>
          <p:spPr>
            <a:xfrm>
              <a:off x="1524000" y="0"/>
              <a:ext cx="1446213" cy="2030413"/>
            </a:xfrm>
            <a:custGeom>
              <a:rect b="b" l="l" r="r" t="t"/>
              <a:pathLst>
                <a:path extrusionOk="0" h="427" w="304">
                  <a:moveTo>
                    <a:pt x="304" y="0"/>
                  </a:moveTo>
                  <a:cubicBezTo>
                    <a:pt x="170" y="120"/>
                    <a:pt x="69" y="267"/>
                    <a:pt x="0" y="427"/>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1"/>
            <p:cNvSpPr/>
            <p:nvPr/>
          </p:nvSpPr>
          <p:spPr>
            <a:xfrm>
              <a:off x="1524000" y="9525"/>
              <a:ext cx="1246188" cy="1641475"/>
            </a:xfrm>
            <a:custGeom>
              <a:rect b="b" l="l" r="r" t="t"/>
              <a:pathLst>
                <a:path extrusionOk="0" h="345" w="262">
                  <a:moveTo>
                    <a:pt x="262" y="0"/>
                  </a:moveTo>
                  <a:cubicBezTo>
                    <a:pt x="152" y="102"/>
                    <a:pt x="65" y="217"/>
                    <a:pt x="0" y="345"/>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1"/>
            <p:cNvSpPr/>
            <p:nvPr/>
          </p:nvSpPr>
          <p:spPr>
            <a:xfrm>
              <a:off x="1524000" y="0"/>
              <a:ext cx="1036638" cy="1212850"/>
            </a:xfrm>
            <a:custGeom>
              <a:rect b="b" l="l" r="r" t="t"/>
              <a:pathLst>
                <a:path extrusionOk="0" h="255" w="218">
                  <a:moveTo>
                    <a:pt x="218" y="0"/>
                  </a:moveTo>
                  <a:cubicBezTo>
                    <a:pt x="137" y="77"/>
                    <a:pt x="62" y="162"/>
                    <a:pt x="0" y="255"/>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8" name="Google Shape;278;p21"/>
          <p:cNvGrpSpPr/>
          <p:nvPr/>
        </p:nvGrpSpPr>
        <p:grpSpPr>
          <a:xfrm>
            <a:off x="640080" y="1699589"/>
            <a:ext cx="3286552" cy="3470421"/>
            <a:chOff x="640080" y="1699589"/>
            <a:chExt cx="3286552" cy="3470421"/>
          </a:xfrm>
        </p:grpSpPr>
        <p:sp>
          <p:nvSpPr>
            <p:cNvPr id="279" name="Google Shape;279;p21"/>
            <p:cNvSpPr/>
            <p:nvPr/>
          </p:nvSpPr>
          <p:spPr>
            <a:xfrm>
              <a:off x="644453" y="1699589"/>
              <a:ext cx="3277806" cy="50292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1"/>
            <p:cNvSpPr/>
            <p:nvPr/>
          </p:nvSpPr>
          <p:spPr>
            <a:xfrm rot="10800000">
              <a:off x="2125363" y="4897607"/>
              <a:ext cx="315988" cy="272403"/>
            </a:xfrm>
            <a:prstGeom prst="triangl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1"/>
            <p:cNvSpPr/>
            <p:nvPr/>
          </p:nvSpPr>
          <p:spPr>
            <a:xfrm>
              <a:off x="640080" y="2275661"/>
              <a:ext cx="3286552" cy="262432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2" name="Google Shape;282;p21"/>
          <p:cNvSpPr txBox="1"/>
          <p:nvPr>
            <p:ph type="title"/>
          </p:nvPr>
        </p:nvSpPr>
        <p:spPr>
          <a:xfrm>
            <a:off x="723786" y="2349926"/>
            <a:ext cx="3113815" cy="2472774"/>
          </a:xfrm>
          <a:prstGeom prst="rect">
            <a:avLst/>
          </a:prstGeom>
          <a:noFill/>
          <a:ln>
            <a:noFill/>
          </a:ln>
        </p:spPr>
        <p:txBody>
          <a:bodyPr anchorCtr="0" anchor="ctr" bIns="228600" lIns="228600" spcFirstLastPara="1" rIns="228600" wrap="square" tIns="228600">
            <a:normAutofit/>
          </a:bodyPr>
          <a:lstStyle>
            <a:lvl1pPr lvl="0" algn="ctr">
              <a:lnSpc>
                <a:spcPct val="85000"/>
              </a:lnSpc>
              <a:spcBef>
                <a:spcPts val="0"/>
              </a:spcBef>
              <a:spcAft>
                <a:spcPts val="0"/>
              </a:spcAft>
              <a:buClr>
                <a:srgbClr val="FFFEFF"/>
              </a:buClr>
              <a:buSzPts val="3200"/>
              <a:buFont typeface="Calibri"/>
              <a:buNone/>
              <a:defRPr>
                <a:solidFill>
                  <a:srgbClr val="FFFE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3" name="Google Shape;283;p21"/>
          <p:cNvSpPr txBox="1"/>
          <p:nvPr>
            <p:ph idx="1" type="body"/>
          </p:nvPr>
        </p:nvSpPr>
        <p:spPr>
          <a:xfrm rot="5400000">
            <a:off x="3834963" y="1375443"/>
            <a:ext cx="5257090" cy="4095643"/>
          </a:xfrm>
          <a:prstGeom prst="rect">
            <a:avLst/>
          </a:prstGeom>
          <a:noFill/>
          <a:ln>
            <a:noFill/>
          </a:ln>
        </p:spPr>
        <p:txBody>
          <a:bodyPr anchorCtr="0" anchor="t" bIns="45700" lIns="91425" spcFirstLastPara="1" rIns="91425" wrap="square" tIns="45700">
            <a:normAutofit/>
          </a:bodyPr>
          <a:lstStyle>
            <a:lvl1pPr indent="-354330" lvl="0" marL="457200" algn="l">
              <a:lnSpc>
                <a:spcPct val="120000"/>
              </a:lnSpc>
              <a:spcBef>
                <a:spcPts val="750"/>
              </a:spcBef>
              <a:spcAft>
                <a:spcPts val="0"/>
              </a:spcAft>
              <a:buSzPts val="1980"/>
              <a:buChar char="▪"/>
              <a:defRPr/>
            </a:lvl1pPr>
            <a:lvl2pPr indent="-354330" lvl="1" marL="914400" algn="l">
              <a:lnSpc>
                <a:spcPct val="120000"/>
              </a:lnSpc>
              <a:spcBef>
                <a:spcPts val="375"/>
              </a:spcBef>
              <a:spcAft>
                <a:spcPts val="0"/>
              </a:spcAft>
              <a:buSzPts val="1980"/>
              <a:buChar char="▪"/>
              <a:defRPr/>
            </a:lvl2pPr>
            <a:lvl3pPr indent="-354330" lvl="2" marL="1371600" algn="l">
              <a:lnSpc>
                <a:spcPct val="120000"/>
              </a:lnSpc>
              <a:spcBef>
                <a:spcPts val="375"/>
              </a:spcBef>
              <a:spcAft>
                <a:spcPts val="0"/>
              </a:spcAft>
              <a:buSzPts val="1980"/>
              <a:buChar char="▪"/>
              <a:defRPr/>
            </a:lvl3pPr>
            <a:lvl4pPr indent="-354330" lvl="3" marL="1828800" algn="l">
              <a:lnSpc>
                <a:spcPct val="120000"/>
              </a:lnSpc>
              <a:spcBef>
                <a:spcPts val="375"/>
              </a:spcBef>
              <a:spcAft>
                <a:spcPts val="0"/>
              </a:spcAft>
              <a:buSzPts val="1980"/>
              <a:buChar char="▪"/>
              <a:defRPr/>
            </a:lvl4pPr>
            <a:lvl5pPr indent="-354329" lvl="4" marL="2286000" algn="l">
              <a:lnSpc>
                <a:spcPct val="120000"/>
              </a:lnSpc>
              <a:spcBef>
                <a:spcPts val="375"/>
              </a:spcBef>
              <a:spcAft>
                <a:spcPts val="0"/>
              </a:spcAft>
              <a:buSzPts val="1980"/>
              <a:buChar char="▪"/>
              <a:defRPr/>
            </a:lvl5pPr>
            <a:lvl6pPr indent="-354329" lvl="5" marL="2743200" algn="l">
              <a:lnSpc>
                <a:spcPct val="120000"/>
              </a:lnSpc>
              <a:spcBef>
                <a:spcPts val="375"/>
              </a:spcBef>
              <a:spcAft>
                <a:spcPts val="0"/>
              </a:spcAft>
              <a:buSzPts val="1980"/>
              <a:buChar char="▪"/>
              <a:defRPr/>
            </a:lvl6pPr>
            <a:lvl7pPr indent="-354329" lvl="6" marL="3200400" algn="l">
              <a:lnSpc>
                <a:spcPct val="120000"/>
              </a:lnSpc>
              <a:spcBef>
                <a:spcPts val="375"/>
              </a:spcBef>
              <a:spcAft>
                <a:spcPts val="0"/>
              </a:spcAft>
              <a:buSzPts val="1980"/>
              <a:buChar char="▪"/>
              <a:defRPr/>
            </a:lvl7pPr>
            <a:lvl8pPr indent="-354329" lvl="7" marL="3657600" algn="l">
              <a:lnSpc>
                <a:spcPct val="120000"/>
              </a:lnSpc>
              <a:spcBef>
                <a:spcPts val="375"/>
              </a:spcBef>
              <a:spcAft>
                <a:spcPts val="0"/>
              </a:spcAft>
              <a:buSzPts val="1980"/>
              <a:buChar char="▪"/>
              <a:defRPr/>
            </a:lvl8pPr>
            <a:lvl9pPr indent="-354329" lvl="8" marL="4114800" algn="l">
              <a:lnSpc>
                <a:spcPct val="120000"/>
              </a:lnSpc>
              <a:spcBef>
                <a:spcPts val="375"/>
              </a:spcBef>
              <a:spcAft>
                <a:spcPts val="0"/>
              </a:spcAft>
              <a:buSzPts val="1980"/>
              <a:buChar char="▪"/>
              <a:defRPr/>
            </a:lvl9pPr>
          </a:lstStyle>
          <a:p/>
        </p:txBody>
      </p:sp>
      <p:sp>
        <p:nvSpPr>
          <p:cNvPr id="284" name="Google Shape;284;p21"/>
          <p:cNvSpPr txBox="1"/>
          <p:nvPr>
            <p:ph idx="10" type="dt"/>
          </p:nvPr>
        </p:nvSpPr>
        <p:spPr>
          <a:xfrm>
            <a:off x="640080" y="320040"/>
            <a:ext cx="2743200"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5" name="Google Shape;285;p21"/>
          <p:cNvSpPr txBox="1"/>
          <p:nvPr>
            <p:ph idx="11" type="ftr"/>
          </p:nvPr>
        </p:nvSpPr>
        <p:spPr>
          <a:xfrm>
            <a:off x="640080" y="6227064"/>
            <a:ext cx="7854696" cy="32004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6" name="Google Shape;286;p21"/>
          <p:cNvSpPr txBox="1"/>
          <p:nvPr>
            <p:ph idx="12" type="sldNum"/>
          </p:nvPr>
        </p:nvSpPr>
        <p:spPr>
          <a:xfrm>
            <a:off x="7808976" y="320040"/>
            <a:ext cx="685800" cy="32004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87" name="Shape 287"/>
        <p:cNvGrpSpPr/>
        <p:nvPr/>
      </p:nvGrpSpPr>
      <p:grpSpPr>
        <a:xfrm>
          <a:off x="0" y="0"/>
          <a:ext cx="0" cy="0"/>
          <a:chOff x="0" y="0"/>
          <a:chExt cx="0" cy="0"/>
        </a:xfrm>
      </p:grpSpPr>
      <p:grpSp>
        <p:nvGrpSpPr>
          <p:cNvPr id="288" name="Google Shape;288;p22"/>
          <p:cNvGrpSpPr/>
          <p:nvPr/>
        </p:nvGrpSpPr>
        <p:grpSpPr>
          <a:xfrm flipH="1">
            <a:off x="0" y="0"/>
            <a:ext cx="9421759" cy="6858001"/>
            <a:chOff x="1243013" y="0"/>
            <a:chExt cx="9402763" cy="6858001"/>
          </a:xfrm>
        </p:grpSpPr>
        <p:sp>
          <p:nvSpPr>
            <p:cNvPr id="289" name="Google Shape;289;p22"/>
            <p:cNvSpPr/>
            <p:nvPr/>
          </p:nvSpPr>
          <p:spPr>
            <a:xfrm>
              <a:off x="2289175" y="0"/>
              <a:ext cx="3867150" cy="6848475"/>
            </a:xfrm>
            <a:custGeom>
              <a:rect b="b" l="l" r="r" t="t"/>
              <a:pathLst>
                <a:path extrusionOk="0" h="1440" w="813">
                  <a:moveTo>
                    <a:pt x="813" y="0"/>
                  </a:moveTo>
                  <a:cubicBezTo>
                    <a:pt x="331" y="221"/>
                    <a:pt x="0" y="1039"/>
                    <a:pt x="43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2"/>
            <p:cNvSpPr/>
            <p:nvPr/>
          </p:nvSpPr>
          <p:spPr>
            <a:xfrm>
              <a:off x="9604375" y="9525"/>
              <a:ext cx="1041400" cy="328613"/>
            </a:xfrm>
            <a:custGeom>
              <a:rect b="b" l="l" r="r" t="t"/>
              <a:pathLst>
                <a:path extrusionOk="0" h="69" w="219">
                  <a:moveTo>
                    <a:pt x="219" y="69"/>
                  </a:moveTo>
                  <a:cubicBezTo>
                    <a:pt x="147" y="41"/>
                    <a:pt x="71" y="19"/>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2"/>
            <p:cNvSpPr/>
            <p:nvPr/>
          </p:nvSpPr>
          <p:spPr>
            <a:xfrm>
              <a:off x="9223375" y="5578475"/>
              <a:ext cx="1422400" cy="1270000"/>
            </a:xfrm>
            <a:custGeom>
              <a:rect b="b" l="l" r="r" t="t"/>
              <a:pathLst>
                <a:path extrusionOk="0" h="267" w="299">
                  <a:moveTo>
                    <a:pt x="0" y="267"/>
                  </a:moveTo>
                  <a:cubicBezTo>
                    <a:pt x="105" y="186"/>
                    <a:pt x="206" y="96"/>
                    <a:pt x="299"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22"/>
            <p:cNvSpPr/>
            <p:nvPr/>
          </p:nvSpPr>
          <p:spPr>
            <a:xfrm>
              <a:off x="2103438" y="0"/>
              <a:ext cx="3681413" cy="6848475"/>
            </a:xfrm>
            <a:custGeom>
              <a:rect b="b" l="l" r="r" t="t"/>
              <a:pathLst>
                <a:path extrusionOk="0" h="1440" w="774">
                  <a:moveTo>
                    <a:pt x="774" y="0"/>
                  </a:moveTo>
                  <a:cubicBezTo>
                    <a:pt x="312" y="240"/>
                    <a:pt x="0" y="1034"/>
                    <a:pt x="411" y="144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2"/>
            <p:cNvSpPr/>
            <p:nvPr/>
          </p:nvSpPr>
          <p:spPr>
            <a:xfrm>
              <a:off x="10179050" y="9525"/>
              <a:ext cx="466725" cy="157163"/>
            </a:xfrm>
            <a:custGeom>
              <a:rect b="b" l="l" r="r" t="t"/>
              <a:pathLst>
                <a:path extrusionOk="0" h="33" w="98">
                  <a:moveTo>
                    <a:pt x="98" y="33"/>
                  </a:moveTo>
                  <a:cubicBezTo>
                    <a:pt x="65" y="21"/>
                    <a:pt x="33" y="10"/>
                    <a:pt x="0"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22"/>
            <p:cNvSpPr/>
            <p:nvPr/>
          </p:nvSpPr>
          <p:spPr>
            <a:xfrm>
              <a:off x="9471025" y="5811838"/>
              <a:ext cx="1174750" cy="1046163"/>
            </a:xfrm>
            <a:custGeom>
              <a:rect b="b" l="l" r="r" t="t"/>
              <a:pathLst>
                <a:path extrusionOk="0" h="220" w="247">
                  <a:moveTo>
                    <a:pt x="0" y="220"/>
                  </a:moveTo>
                  <a:cubicBezTo>
                    <a:pt x="86" y="152"/>
                    <a:pt x="169" y="78"/>
                    <a:pt x="247"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2"/>
            <p:cNvSpPr/>
            <p:nvPr/>
          </p:nvSpPr>
          <p:spPr>
            <a:xfrm>
              <a:off x="1985963" y="0"/>
              <a:ext cx="3622675" cy="6848475"/>
            </a:xfrm>
            <a:custGeom>
              <a:rect b="b" l="l" r="r" t="t"/>
              <a:pathLst>
                <a:path extrusionOk="0" h="1440" w="762">
                  <a:moveTo>
                    <a:pt x="762" y="0"/>
                  </a:moveTo>
                  <a:cubicBezTo>
                    <a:pt x="308" y="245"/>
                    <a:pt x="0" y="1033"/>
                    <a:pt x="403"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2"/>
            <p:cNvSpPr/>
            <p:nvPr/>
          </p:nvSpPr>
          <p:spPr>
            <a:xfrm>
              <a:off x="10479088" y="9525"/>
              <a:ext cx="166688" cy="57150"/>
            </a:xfrm>
            <a:custGeom>
              <a:rect b="b" l="l" r="r" t="t"/>
              <a:pathLst>
                <a:path extrusionOk="0" h="12" w="35">
                  <a:moveTo>
                    <a:pt x="35" y="12"/>
                  </a:moveTo>
                  <a:cubicBezTo>
                    <a:pt x="23" y="8"/>
                    <a:pt x="12" y="4"/>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2"/>
            <p:cNvSpPr/>
            <p:nvPr/>
          </p:nvSpPr>
          <p:spPr>
            <a:xfrm>
              <a:off x="9618663" y="5940425"/>
              <a:ext cx="1027113" cy="908050"/>
            </a:xfrm>
            <a:custGeom>
              <a:rect b="b" l="l" r="r" t="t"/>
              <a:pathLst>
                <a:path extrusionOk="0" h="191" w="216">
                  <a:moveTo>
                    <a:pt x="0" y="191"/>
                  </a:moveTo>
                  <a:cubicBezTo>
                    <a:pt x="75" y="131"/>
                    <a:pt x="147" y="67"/>
                    <a:pt x="216"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22"/>
            <p:cNvSpPr/>
            <p:nvPr/>
          </p:nvSpPr>
          <p:spPr>
            <a:xfrm>
              <a:off x="1985963" y="0"/>
              <a:ext cx="3248025" cy="6848475"/>
            </a:xfrm>
            <a:custGeom>
              <a:rect b="b" l="l" r="r" t="t"/>
              <a:pathLst>
                <a:path extrusionOk="0" h="1440" w="683">
                  <a:moveTo>
                    <a:pt x="683" y="0"/>
                  </a:moveTo>
                  <a:cubicBezTo>
                    <a:pt x="258" y="256"/>
                    <a:pt x="0" y="1041"/>
                    <a:pt x="35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22"/>
            <p:cNvSpPr/>
            <p:nvPr/>
          </p:nvSpPr>
          <p:spPr>
            <a:xfrm>
              <a:off x="9780588" y="6054725"/>
              <a:ext cx="865188" cy="793750"/>
            </a:xfrm>
            <a:custGeom>
              <a:rect b="b" l="l" r="r" t="t"/>
              <a:pathLst>
                <a:path extrusionOk="0" h="167" w="182">
                  <a:moveTo>
                    <a:pt x="0" y="167"/>
                  </a:moveTo>
                  <a:cubicBezTo>
                    <a:pt x="63" y="114"/>
                    <a:pt x="123" y="58"/>
                    <a:pt x="182"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22"/>
            <p:cNvSpPr/>
            <p:nvPr/>
          </p:nvSpPr>
          <p:spPr>
            <a:xfrm>
              <a:off x="1871663" y="0"/>
              <a:ext cx="3233738" cy="6848475"/>
            </a:xfrm>
            <a:custGeom>
              <a:rect b="b" l="l" r="r" t="t"/>
              <a:pathLst>
                <a:path extrusionOk="0" h="1440" w="680">
                  <a:moveTo>
                    <a:pt x="680" y="0"/>
                  </a:moveTo>
                  <a:cubicBezTo>
                    <a:pt x="257" y="265"/>
                    <a:pt x="0" y="1026"/>
                    <a:pt x="337"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22"/>
            <p:cNvSpPr/>
            <p:nvPr/>
          </p:nvSpPr>
          <p:spPr>
            <a:xfrm>
              <a:off x="9956800" y="6216650"/>
              <a:ext cx="688975" cy="631825"/>
            </a:xfrm>
            <a:custGeom>
              <a:rect b="b" l="l" r="r" t="t"/>
              <a:pathLst>
                <a:path extrusionOk="0" h="133" w="145">
                  <a:moveTo>
                    <a:pt x="0" y="133"/>
                  </a:moveTo>
                  <a:cubicBezTo>
                    <a:pt x="50" y="90"/>
                    <a:pt x="98" y="46"/>
                    <a:pt x="145"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22"/>
            <p:cNvSpPr/>
            <p:nvPr/>
          </p:nvSpPr>
          <p:spPr>
            <a:xfrm>
              <a:off x="1466850" y="0"/>
              <a:ext cx="3424238" cy="6848475"/>
            </a:xfrm>
            <a:custGeom>
              <a:rect b="b" l="l" r="r" t="t"/>
              <a:pathLst>
                <a:path extrusionOk="0" h="1440" w="720">
                  <a:moveTo>
                    <a:pt x="720" y="0"/>
                  </a:moveTo>
                  <a:cubicBezTo>
                    <a:pt x="316" y="282"/>
                    <a:pt x="0" y="1018"/>
                    <a:pt x="362"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22"/>
            <p:cNvSpPr/>
            <p:nvPr/>
          </p:nvSpPr>
          <p:spPr>
            <a:xfrm>
              <a:off x="10264775" y="6519863"/>
              <a:ext cx="381000" cy="328613"/>
            </a:xfrm>
            <a:custGeom>
              <a:rect b="b" l="l" r="r" t="t"/>
              <a:pathLst>
                <a:path extrusionOk="0" h="69" w="80">
                  <a:moveTo>
                    <a:pt x="0" y="69"/>
                  </a:moveTo>
                  <a:cubicBezTo>
                    <a:pt x="27" y="47"/>
                    <a:pt x="53" y="24"/>
                    <a:pt x="8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22"/>
            <p:cNvSpPr/>
            <p:nvPr/>
          </p:nvSpPr>
          <p:spPr>
            <a:xfrm>
              <a:off x="1581150" y="0"/>
              <a:ext cx="2720975" cy="6848475"/>
            </a:xfrm>
            <a:custGeom>
              <a:rect b="b" l="l" r="r" t="t"/>
              <a:pathLst>
                <a:path extrusionOk="0" h="1440" w="572">
                  <a:moveTo>
                    <a:pt x="572" y="0"/>
                  </a:moveTo>
                  <a:cubicBezTo>
                    <a:pt x="213" y="320"/>
                    <a:pt x="0" y="979"/>
                    <a:pt x="164" y="1440"/>
                  </a:cubicBezTo>
                </a:path>
              </a:pathLst>
            </a:custGeom>
            <a:noFill/>
            <a:ln cap="flat" cmpd="sng" w="12700">
              <a:solidFill>
                <a:schemeClr val="dk1">
                  <a:alpha val="20000"/>
                </a:schemeClr>
              </a:solidFill>
              <a:prstDash val="dashDot"/>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2"/>
            <p:cNvSpPr/>
            <p:nvPr/>
          </p:nvSpPr>
          <p:spPr>
            <a:xfrm>
              <a:off x="1243013" y="0"/>
              <a:ext cx="2949575" cy="6848475"/>
            </a:xfrm>
            <a:custGeom>
              <a:rect b="b" l="l" r="r" t="t"/>
              <a:pathLst>
                <a:path extrusionOk="0" h="1440" w="620">
                  <a:moveTo>
                    <a:pt x="620" y="0"/>
                  </a:moveTo>
                  <a:cubicBezTo>
                    <a:pt x="248" y="325"/>
                    <a:pt x="0" y="960"/>
                    <a:pt x="186" y="1440"/>
                  </a:cubicBezTo>
                </a:path>
              </a:pathLst>
            </a:custGeom>
            <a:noFill/>
            <a:ln cap="flat" cmpd="sng" w="9525">
              <a:solidFill>
                <a:schemeClr val="dk1">
                  <a:alpha val="20000"/>
                </a:schemeClr>
              </a:solidFill>
              <a:prstDash val="lg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22"/>
            <p:cNvSpPr/>
            <p:nvPr/>
          </p:nvSpPr>
          <p:spPr>
            <a:xfrm>
              <a:off x="1524000" y="0"/>
              <a:ext cx="1446213" cy="2030413"/>
            </a:xfrm>
            <a:custGeom>
              <a:rect b="b" l="l" r="r" t="t"/>
              <a:pathLst>
                <a:path extrusionOk="0" h="427" w="304">
                  <a:moveTo>
                    <a:pt x="304" y="0"/>
                  </a:moveTo>
                  <a:cubicBezTo>
                    <a:pt x="170" y="120"/>
                    <a:pt x="69" y="267"/>
                    <a:pt x="0" y="427"/>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22"/>
            <p:cNvSpPr/>
            <p:nvPr/>
          </p:nvSpPr>
          <p:spPr>
            <a:xfrm>
              <a:off x="1524000" y="9525"/>
              <a:ext cx="1246188" cy="1641475"/>
            </a:xfrm>
            <a:custGeom>
              <a:rect b="b" l="l" r="r" t="t"/>
              <a:pathLst>
                <a:path extrusionOk="0" h="345" w="262">
                  <a:moveTo>
                    <a:pt x="262" y="0"/>
                  </a:moveTo>
                  <a:cubicBezTo>
                    <a:pt x="152" y="102"/>
                    <a:pt x="65" y="217"/>
                    <a:pt x="0" y="345"/>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2"/>
            <p:cNvSpPr/>
            <p:nvPr/>
          </p:nvSpPr>
          <p:spPr>
            <a:xfrm>
              <a:off x="1524000" y="0"/>
              <a:ext cx="1036638" cy="1212850"/>
            </a:xfrm>
            <a:custGeom>
              <a:rect b="b" l="l" r="r" t="t"/>
              <a:pathLst>
                <a:path extrusionOk="0" h="255" w="218">
                  <a:moveTo>
                    <a:pt x="218" y="0"/>
                  </a:moveTo>
                  <a:cubicBezTo>
                    <a:pt x="137" y="77"/>
                    <a:pt x="62" y="162"/>
                    <a:pt x="0" y="255"/>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9" name="Google Shape;309;p22"/>
          <p:cNvGrpSpPr/>
          <p:nvPr/>
        </p:nvGrpSpPr>
        <p:grpSpPr>
          <a:xfrm>
            <a:off x="5228134" y="1699589"/>
            <a:ext cx="3286552" cy="3470421"/>
            <a:chOff x="640080" y="1699589"/>
            <a:chExt cx="3286552" cy="3470421"/>
          </a:xfrm>
        </p:grpSpPr>
        <p:sp>
          <p:nvSpPr>
            <p:cNvPr id="310" name="Google Shape;310;p22"/>
            <p:cNvSpPr/>
            <p:nvPr/>
          </p:nvSpPr>
          <p:spPr>
            <a:xfrm>
              <a:off x="644453" y="1699589"/>
              <a:ext cx="3277806" cy="50292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2"/>
            <p:cNvSpPr/>
            <p:nvPr/>
          </p:nvSpPr>
          <p:spPr>
            <a:xfrm rot="10800000">
              <a:off x="2125363" y="4897607"/>
              <a:ext cx="315988" cy="272403"/>
            </a:xfrm>
            <a:prstGeom prst="triangl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2"/>
            <p:cNvSpPr/>
            <p:nvPr/>
          </p:nvSpPr>
          <p:spPr>
            <a:xfrm>
              <a:off x="640080" y="2275661"/>
              <a:ext cx="3286552" cy="262432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3" name="Google Shape;313;p22"/>
          <p:cNvSpPr txBox="1"/>
          <p:nvPr>
            <p:ph type="title"/>
          </p:nvPr>
        </p:nvSpPr>
        <p:spPr>
          <a:xfrm rot="5400000">
            <a:off x="5637157" y="2026376"/>
            <a:ext cx="2464951" cy="3112047"/>
          </a:xfrm>
          <a:prstGeom prst="rect">
            <a:avLst/>
          </a:prstGeom>
          <a:noFill/>
          <a:ln>
            <a:noFill/>
          </a:ln>
        </p:spPr>
        <p:txBody>
          <a:bodyPr anchorCtr="0" anchor="ctr" bIns="228600" lIns="228600" spcFirstLastPara="1" rIns="228600" wrap="square" tIns="228600">
            <a:normAutofit/>
          </a:bodyPr>
          <a:lstStyle>
            <a:lvl1pPr lvl="0" algn="l">
              <a:lnSpc>
                <a:spcPct val="80000"/>
              </a:lnSpc>
              <a:spcBef>
                <a:spcPts val="0"/>
              </a:spcBef>
              <a:spcAft>
                <a:spcPts val="0"/>
              </a:spcAft>
              <a:buClr>
                <a:srgbClr val="FFFEFF"/>
              </a:buClr>
              <a:buSzPts val="3200"/>
              <a:buFont typeface="Calibri"/>
              <a:buNone/>
              <a:defRPr>
                <a:solidFill>
                  <a:srgbClr val="FFFE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4" name="Google Shape;314;p22"/>
          <p:cNvSpPr txBox="1"/>
          <p:nvPr>
            <p:ph idx="1" type="body"/>
          </p:nvPr>
        </p:nvSpPr>
        <p:spPr>
          <a:xfrm rot="5400000">
            <a:off x="75003" y="1371063"/>
            <a:ext cx="5254802" cy="4118291"/>
          </a:xfrm>
          <a:prstGeom prst="rect">
            <a:avLst/>
          </a:prstGeom>
          <a:noFill/>
          <a:ln>
            <a:noFill/>
          </a:ln>
        </p:spPr>
        <p:txBody>
          <a:bodyPr anchorCtr="0" anchor="t" bIns="45700" lIns="91425" spcFirstLastPara="1" rIns="91425" wrap="square" tIns="45700">
            <a:normAutofit/>
          </a:bodyPr>
          <a:lstStyle>
            <a:lvl1pPr indent="-354330" lvl="0" marL="457200" algn="l">
              <a:lnSpc>
                <a:spcPct val="120000"/>
              </a:lnSpc>
              <a:spcBef>
                <a:spcPts val="750"/>
              </a:spcBef>
              <a:spcAft>
                <a:spcPts val="0"/>
              </a:spcAft>
              <a:buSzPts val="1980"/>
              <a:buChar char="▪"/>
              <a:defRPr/>
            </a:lvl1pPr>
            <a:lvl2pPr indent="-354330" lvl="1" marL="914400" algn="l">
              <a:lnSpc>
                <a:spcPct val="120000"/>
              </a:lnSpc>
              <a:spcBef>
                <a:spcPts val="375"/>
              </a:spcBef>
              <a:spcAft>
                <a:spcPts val="0"/>
              </a:spcAft>
              <a:buSzPts val="1980"/>
              <a:buChar char="▪"/>
              <a:defRPr/>
            </a:lvl2pPr>
            <a:lvl3pPr indent="-354330" lvl="2" marL="1371600" algn="l">
              <a:lnSpc>
                <a:spcPct val="120000"/>
              </a:lnSpc>
              <a:spcBef>
                <a:spcPts val="375"/>
              </a:spcBef>
              <a:spcAft>
                <a:spcPts val="0"/>
              </a:spcAft>
              <a:buSzPts val="1980"/>
              <a:buChar char="▪"/>
              <a:defRPr/>
            </a:lvl3pPr>
            <a:lvl4pPr indent="-354330" lvl="3" marL="1828800" algn="l">
              <a:lnSpc>
                <a:spcPct val="120000"/>
              </a:lnSpc>
              <a:spcBef>
                <a:spcPts val="375"/>
              </a:spcBef>
              <a:spcAft>
                <a:spcPts val="0"/>
              </a:spcAft>
              <a:buSzPts val="1980"/>
              <a:buChar char="▪"/>
              <a:defRPr/>
            </a:lvl4pPr>
            <a:lvl5pPr indent="-354329" lvl="4" marL="2286000" algn="l">
              <a:lnSpc>
                <a:spcPct val="120000"/>
              </a:lnSpc>
              <a:spcBef>
                <a:spcPts val="375"/>
              </a:spcBef>
              <a:spcAft>
                <a:spcPts val="0"/>
              </a:spcAft>
              <a:buSzPts val="1980"/>
              <a:buChar char="▪"/>
              <a:defRPr/>
            </a:lvl5pPr>
            <a:lvl6pPr indent="-354329" lvl="5" marL="2743200" algn="l">
              <a:lnSpc>
                <a:spcPct val="120000"/>
              </a:lnSpc>
              <a:spcBef>
                <a:spcPts val="375"/>
              </a:spcBef>
              <a:spcAft>
                <a:spcPts val="0"/>
              </a:spcAft>
              <a:buSzPts val="1980"/>
              <a:buChar char="▪"/>
              <a:defRPr/>
            </a:lvl6pPr>
            <a:lvl7pPr indent="-354329" lvl="6" marL="3200400" algn="l">
              <a:lnSpc>
                <a:spcPct val="120000"/>
              </a:lnSpc>
              <a:spcBef>
                <a:spcPts val="375"/>
              </a:spcBef>
              <a:spcAft>
                <a:spcPts val="0"/>
              </a:spcAft>
              <a:buSzPts val="1980"/>
              <a:buChar char="▪"/>
              <a:defRPr/>
            </a:lvl7pPr>
            <a:lvl8pPr indent="-354329" lvl="7" marL="3657600" algn="l">
              <a:lnSpc>
                <a:spcPct val="120000"/>
              </a:lnSpc>
              <a:spcBef>
                <a:spcPts val="375"/>
              </a:spcBef>
              <a:spcAft>
                <a:spcPts val="0"/>
              </a:spcAft>
              <a:buSzPts val="1980"/>
              <a:buChar char="▪"/>
              <a:defRPr/>
            </a:lvl8pPr>
            <a:lvl9pPr indent="-354329" lvl="8" marL="4114800" algn="l">
              <a:lnSpc>
                <a:spcPct val="120000"/>
              </a:lnSpc>
              <a:spcBef>
                <a:spcPts val="375"/>
              </a:spcBef>
              <a:spcAft>
                <a:spcPts val="0"/>
              </a:spcAft>
              <a:buSzPts val="1980"/>
              <a:buChar char="▪"/>
              <a:defRPr/>
            </a:lvl9pPr>
          </a:lstStyle>
          <a:p/>
        </p:txBody>
      </p:sp>
      <p:sp>
        <p:nvSpPr>
          <p:cNvPr id="315" name="Google Shape;315;p22"/>
          <p:cNvSpPr txBox="1"/>
          <p:nvPr>
            <p:ph idx="10" type="dt"/>
          </p:nvPr>
        </p:nvSpPr>
        <p:spPr>
          <a:xfrm>
            <a:off x="640080" y="320040"/>
            <a:ext cx="2743200"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6" name="Google Shape;316;p22"/>
          <p:cNvSpPr txBox="1"/>
          <p:nvPr>
            <p:ph idx="11" type="ftr"/>
          </p:nvPr>
        </p:nvSpPr>
        <p:spPr>
          <a:xfrm>
            <a:off x="640080" y="6227064"/>
            <a:ext cx="7854696" cy="32004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7" name="Google Shape;317;p22"/>
          <p:cNvSpPr txBox="1"/>
          <p:nvPr>
            <p:ph idx="12" type="sldNum"/>
          </p:nvPr>
        </p:nvSpPr>
        <p:spPr>
          <a:xfrm>
            <a:off x="7808976" y="320040"/>
            <a:ext cx="685800" cy="32004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24" name="Shape 324"/>
        <p:cNvGrpSpPr/>
        <p:nvPr/>
      </p:nvGrpSpPr>
      <p:grpSpPr>
        <a:xfrm>
          <a:off x="0" y="0"/>
          <a:ext cx="0" cy="0"/>
          <a:chOff x="0" y="0"/>
          <a:chExt cx="0" cy="0"/>
        </a:xfrm>
      </p:grpSpPr>
      <p:grpSp>
        <p:nvGrpSpPr>
          <p:cNvPr id="325" name="Google Shape;325;p12"/>
          <p:cNvGrpSpPr/>
          <p:nvPr/>
        </p:nvGrpSpPr>
        <p:grpSpPr>
          <a:xfrm>
            <a:off x="-286226" y="0"/>
            <a:ext cx="9421759" cy="6858001"/>
            <a:chOff x="1243013" y="0"/>
            <a:chExt cx="9402763" cy="6858001"/>
          </a:xfrm>
        </p:grpSpPr>
        <p:sp>
          <p:nvSpPr>
            <p:cNvPr id="326" name="Google Shape;326;p12"/>
            <p:cNvSpPr/>
            <p:nvPr/>
          </p:nvSpPr>
          <p:spPr>
            <a:xfrm>
              <a:off x="2289175" y="0"/>
              <a:ext cx="3867150" cy="6848475"/>
            </a:xfrm>
            <a:custGeom>
              <a:rect b="b" l="l" r="r" t="t"/>
              <a:pathLst>
                <a:path extrusionOk="0" h="1440" w="813">
                  <a:moveTo>
                    <a:pt x="813" y="0"/>
                  </a:moveTo>
                  <a:cubicBezTo>
                    <a:pt x="331" y="221"/>
                    <a:pt x="0" y="1039"/>
                    <a:pt x="435" y="1440"/>
                  </a:cubicBezTo>
                </a:path>
              </a:pathLst>
            </a:custGeom>
            <a:noFill/>
            <a:ln cap="flat" cmpd="sng" w="9525">
              <a:solidFill>
                <a:schemeClr val="lt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2"/>
            <p:cNvSpPr/>
            <p:nvPr/>
          </p:nvSpPr>
          <p:spPr>
            <a:xfrm>
              <a:off x="9604375" y="9525"/>
              <a:ext cx="1041400" cy="328613"/>
            </a:xfrm>
            <a:custGeom>
              <a:rect b="b" l="l" r="r" t="t"/>
              <a:pathLst>
                <a:path extrusionOk="0" h="69" w="219">
                  <a:moveTo>
                    <a:pt x="219" y="69"/>
                  </a:moveTo>
                  <a:cubicBezTo>
                    <a:pt x="147" y="41"/>
                    <a:pt x="71" y="19"/>
                    <a:pt x="0" y="0"/>
                  </a:cubicBezTo>
                </a:path>
              </a:pathLst>
            </a:custGeom>
            <a:noFill/>
            <a:ln cap="flat" cmpd="sng" w="9525">
              <a:solidFill>
                <a:schemeClr val="lt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2"/>
            <p:cNvSpPr/>
            <p:nvPr/>
          </p:nvSpPr>
          <p:spPr>
            <a:xfrm>
              <a:off x="9223375" y="5578475"/>
              <a:ext cx="1422400" cy="1270000"/>
            </a:xfrm>
            <a:custGeom>
              <a:rect b="b" l="l" r="r" t="t"/>
              <a:pathLst>
                <a:path extrusionOk="0" h="267" w="299">
                  <a:moveTo>
                    <a:pt x="0" y="267"/>
                  </a:moveTo>
                  <a:cubicBezTo>
                    <a:pt x="105" y="186"/>
                    <a:pt x="206" y="96"/>
                    <a:pt x="299" y="0"/>
                  </a:cubicBezTo>
                </a:path>
              </a:pathLst>
            </a:custGeom>
            <a:noFill/>
            <a:ln cap="flat" cmpd="sng" w="9525">
              <a:solidFill>
                <a:schemeClr val="lt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2"/>
            <p:cNvSpPr/>
            <p:nvPr/>
          </p:nvSpPr>
          <p:spPr>
            <a:xfrm>
              <a:off x="2103438" y="0"/>
              <a:ext cx="3681413" cy="6848475"/>
            </a:xfrm>
            <a:custGeom>
              <a:rect b="b" l="l" r="r" t="t"/>
              <a:pathLst>
                <a:path extrusionOk="0" h="1440" w="774">
                  <a:moveTo>
                    <a:pt x="774" y="0"/>
                  </a:moveTo>
                  <a:cubicBezTo>
                    <a:pt x="312" y="240"/>
                    <a:pt x="0" y="1034"/>
                    <a:pt x="411" y="1440"/>
                  </a:cubicBezTo>
                </a:path>
              </a:pathLst>
            </a:custGeom>
            <a:noFill/>
            <a:ln cap="flat" cmpd="sng" w="9525">
              <a:solidFill>
                <a:schemeClr val="lt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2"/>
            <p:cNvSpPr/>
            <p:nvPr/>
          </p:nvSpPr>
          <p:spPr>
            <a:xfrm>
              <a:off x="10179050" y="9525"/>
              <a:ext cx="466725" cy="157163"/>
            </a:xfrm>
            <a:custGeom>
              <a:rect b="b" l="l" r="r" t="t"/>
              <a:pathLst>
                <a:path extrusionOk="0" h="33" w="98">
                  <a:moveTo>
                    <a:pt x="98" y="33"/>
                  </a:moveTo>
                  <a:cubicBezTo>
                    <a:pt x="65" y="21"/>
                    <a:pt x="33" y="10"/>
                    <a:pt x="0" y="0"/>
                  </a:cubicBezTo>
                </a:path>
              </a:pathLst>
            </a:custGeom>
            <a:noFill/>
            <a:ln cap="flat" cmpd="sng" w="9525">
              <a:solidFill>
                <a:schemeClr val="lt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2"/>
            <p:cNvSpPr/>
            <p:nvPr/>
          </p:nvSpPr>
          <p:spPr>
            <a:xfrm>
              <a:off x="9471025" y="5811838"/>
              <a:ext cx="1174750" cy="1046163"/>
            </a:xfrm>
            <a:custGeom>
              <a:rect b="b" l="l" r="r" t="t"/>
              <a:pathLst>
                <a:path extrusionOk="0" h="220" w="247">
                  <a:moveTo>
                    <a:pt x="0" y="220"/>
                  </a:moveTo>
                  <a:cubicBezTo>
                    <a:pt x="86" y="152"/>
                    <a:pt x="169" y="78"/>
                    <a:pt x="247" y="0"/>
                  </a:cubicBezTo>
                </a:path>
              </a:pathLst>
            </a:custGeom>
            <a:noFill/>
            <a:ln cap="flat" cmpd="sng" w="9525">
              <a:solidFill>
                <a:schemeClr val="lt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2"/>
            <p:cNvSpPr/>
            <p:nvPr/>
          </p:nvSpPr>
          <p:spPr>
            <a:xfrm>
              <a:off x="1985963" y="0"/>
              <a:ext cx="3622675" cy="6848475"/>
            </a:xfrm>
            <a:custGeom>
              <a:rect b="b" l="l" r="r" t="t"/>
              <a:pathLst>
                <a:path extrusionOk="0" h="1440" w="762">
                  <a:moveTo>
                    <a:pt x="762" y="0"/>
                  </a:moveTo>
                  <a:cubicBezTo>
                    <a:pt x="308" y="245"/>
                    <a:pt x="0" y="1033"/>
                    <a:pt x="403" y="1440"/>
                  </a:cubicBezTo>
                </a:path>
              </a:pathLst>
            </a:custGeom>
            <a:noFill/>
            <a:ln cap="flat" cmpd="sng" w="9525">
              <a:solidFill>
                <a:schemeClr val="lt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2"/>
            <p:cNvSpPr/>
            <p:nvPr/>
          </p:nvSpPr>
          <p:spPr>
            <a:xfrm>
              <a:off x="10479088" y="9525"/>
              <a:ext cx="166688" cy="57150"/>
            </a:xfrm>
            <a:custGeom>
              <a:rect b="b" l="l" r="r" t="t"/>
              <a:pathLst>
                <a:path extrusionOk="0" h="12" w="35">
                  <a:moveTo>
                    <a:pt x="35" y="12"/>
                  </a:moveTo>
                  <a:cubicBezTo>
                    <a:pt x="23" y="8"/>
                    <a:pt x="12" y="4"/>
                    <a:pt x="0" y="0"/>
                  </a:cubicBezTo>
                </a:path>
              </a:pathLst>
            </a:custGeom>
            <a:noFill/>
            <a:ln cap="flat" cmpd="sng" w="9525">
              <a:solidFill>
                <a:schemeClr val="lt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2"/>
            <p:cNvSpPr/>
            <p:nvPr/>
          </p:nvSpPr>
          <p:spPr>
            <a:xfrm>
              <a:off x="9618663" y="5940425"/>
              <a:ext cx="1027113" cy="908050"/>
            </a:xfrm>
            <a:custGeom>
              <a:rect b="b" l="l" r="r" t="t"/>
              <a:pathLst>
                <a:path extrusionOk="0" h="191" w="216">
                  <a:moveTo>
                    <a:pt x="0" y="191"/>
                  </a:moveTo>
                  <a:cubicBezTo>
                    <a:pt x="75" y="131"/>
                    <a:pt x="147" y="67"/>
                    <a:pt x="216" y="0"/>
                  </a:cubicBezTo>
                </a:path>
              </a:pathLst>
            </a:custGeom>
            <a:noFill/>
            <a:ln cap="flat" cmpd="sng" w="9525">
              <a:solidFill>
                <a:schemeClr val="lt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2"/>
            <p:cNvSpPr/>
            <p:nvPr/>
          </p:nvSpPr>
          <p:spPr>
            <a:xfrm>
              <a:off x="1985963" y="0"/>
              <a:ext cx="3248025" cy="6848475"/>
            </a:xfrm>
            <a:custGeom>
              <a:rect b="b" l="l" r="r" t="t"/>
              <a:pathLst>
                <a:path extrusionOk="0" h="1440" w="683">
                  <a:moveTo>
                    <a:pt x="683" y="0"/>
                  </a:moveTo>
                  <a:cubicBezTo>
                    <a:pt x="258" y="256"/>
                    <a:pt x="0" y="1041"/>
                    <a:pt x="355" y="1440"/>
                  </a:cubicBezTo>
                </a:path>
              </a:pathLst>
            </a:custGeom>
            <a:noFill/>
            <a:ln cap="flat" cmpd="sng" w="9525">
              <a:solidFill>
                <a:schemeClr val="lt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2"/>
            <p:cNvSpPr/>
            <p:nvPr/>
          </p:nvSpPr>
          <p:spPr>
            <a:xfrm>
              <a:off x="9780588" y="6054725"/>
              <a:ext cx="865188" cy="793750"/>
            </a:xfrm>
            <a:custGeom>
              <a:rect b="b" l="l" r="r" t="t"/>
              <a:pathLst>
                <a:path extrusionOk="0" h="167" w="182">
                  <a:moveTo>
                    <a:pt x="0" y="167"/>
                  </a:moveTo>
                  <a:cubicBezTo>
                    <a:pt x="63" y="114"/>
                    <a:pt x="123" y="58"/>
                    <a:pt x="182" y="0"/>
                  </a:cubicBezTo>
                </a:path>
              </a:pathLst>
            </a:custGeom>
            <a:noFill/>
            <a:ln cap="flat" cmpd="sng" w="9525">
              <a:solidFill>
                <a:schemeClr val="lt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2"/>
            <p:cNvSpPr/>
            <p:nvPr/>
          </p:nvSpPr>
          <p:spPr>
            <a:xfrm>
              <a:off x="1871663" y="0"/>
              <a:ext cx="3233738" cy="6848475"/>
            </a:xfrm>
            <a:custGeom>
              <a:rect b="b" l="l" r="r" t="t"/>
              <a:pathLst>
                <a:path extrusionOk="0" h="1440" w="680">
                  <a:moveTo>
                    <a:pt x="680" y="0"/>
                  </a:moveTo>
                  <a:cubicBezTo>
                    <a:pt x="257" y="265"/>
                    <a:pt x="0" y="1026"/>
                    <a:pt x="337" y="1440"/>
                  </a:cubicBezTo>
                </a:path>
              </a:pathLst>
            </a:custGeom>
            <a:noFill/>
            <a:ln cap="flat" cmpd="sng" w="9525">
              <a:solidFill>
                <a:schemeClr val="lt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2"/>
            <p:cNvSpPr/>
            <p:nvPr/>
          </p:nvSpPr>
          <p:spPr>
            <a:xfrm>
              <a:off x="9956800" y="6216650"/>
              <a:ext cx="688975" cy="631825"/>
            </a:xfrm>
            <a:custGeom>
              <a:rect b="b" l="l" r="r" t="t"/>
              <a:pathLst>
                <a:path extrusionOk="0" h="133" w="145">
                  <a:moveTo>
                    <a:pt x="0" y="133"/>
                  </a:moveTo>
                  <a:cubicBezTo>
                    <a:pt x="50" y="90"/>
                    <a:pt x="98" y="46"/>
                    <a:pt x="145" y="0"/>
                  </a:cubicBezTo>
                </a:path>
              </a:pathLst>
            </a:custGeom>
            <a:noFill/>
            <a:ln cap="flat" cmpd="sng" w="9525">
              <a:solidFill>
                <a:schemeClr val="lt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2"/>
            <p:cNvSpPr/>
            <p:nvPr/>
          </p:nvSpPr>
          <p:spPr>
            <a:xfrm>
              <a:off x="1466850" y="0"/>
              <a:ext cx="3424238" cy="6848475"/>
            </a:xfrm>
            <a:custGeom>
              <a:rect b="b" l="l" r="r" t="t"/>
              <a:pathLst>
                <a:path extrusionOk="0" h="1440" w="720">
                  <a:moveTo>
                    <a:pt x="720" y="0"/>
                  </a:moveTo>
                  <a:cubicBezTo>
                    <a:pt x="316" y="282"/>
                    <a:pt x="0" y="1018"/>
                    <a:pt x="362" y="1440"/>
                  </a:cubicBezTo>
                </a:path>
              </a:pathLst>
            </a:custGeom>
            <a:noFill/>
            <a:ln cap="flat" cmpd="sng" w="9525">
              <a:solidFill>
                <a:schemeClr val="lt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2"/>
            <p:cNvSpPr/>
            <p:nvPr/>
          </p:nvSpPr>
          <p:spPr>
            <a:xfrm>
              <a:off x="10264775" y="6519863"/>
              <a:ext cx="381000" cy="328613"/>
            </a:xfrm>
            <a:custGeom>
              <a:rect b="b" l="l" r="r" t="t"/>
              <a:pathLst>
                <a:path extrusionOk="0" h="69" w="80">
                  <a:moveTo>
                    <a:pt x="0" y="69"/>
                  </a:moveTo>
                  <a:cubicBezTo>
                    <a:pt x="27" y="47"/>
                    <a:pt x="53" y="24"/>
                    <a:pt x="80" y="0"/>
                  </a:cubicBezTo>
                </a:path>
              </a:pathLst>
            </a:custGeom>
            <a:noFill/>
            <a:ln cap="flat" cmpd="sng" w="9525">
              <a:solidFill>
                <a:schemeClr val="lt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2"/>
            <p:cNvSpPr/>
            <p:nvPr/>
          </p:nvSpPr>
          <p:spPr>
            <a:xfrm>
              <a:off x="1581150" y="0"/>
              <a:ext cx="2720975" cy="6848475"/>
            </a:xfrm>
            <a:custGeom>
              <a:rect b="b" l="l" r="r" t="t"/>
              <a:pathLst>
                <a:path extrusionOk="0" h="1440" w="572">
                  <a:moveTo>
                    <a:pt x="572" y="0"/>
                  </a:moveTo>
                  <a:cubicBezTo>
                    <a:pt x="213" y="320"/>
                    <a:pt x="0" y="979"/>
                    <a:pt x="164" y="1440"/>
                  </a:cubicBezTo>
                </a:path>
              </a:pathLst>
            </a:custGeom>
            <a:noFill/>
            <a:ln cap="flat" cmpd="sng" w="12700">
              <a:solidFill>
                <a:schemeClr val="lt1">
                  <a:alpha val="20000"/>
                </a:schemeClr>
              </a:solidFill>
              <a:prstDash val="dashDot"/>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2"/>
            <p:cNvSpPr/>
            <p:nvPr/>
          </p:nvSpPr>
          <p:spPr>
            <a:xfrm>
              <a:off x="1243013" y="0"/>
              <a:ext cx="2949575" cy="6848475"/>
            </a:xfrm>
            <a:custGeom>
              <a:rect b="b" l="l" r="r" t="t"/>
              <a:pathLst>
                <a:path extrusionOk="0" h="1440" w="620">
                  <a:moveTo>
                    <a:pt x="620" y="0"/>
                  </a:moveTo>
                  <a:cubicBezTo>
                    <a:pt x="248" y="325"/>
                    <a:pt x="0" y="960"/>
                    <a:pt x="186" y="1440"/>
                  </a:cubicBezTo>
                </a:path>
              </a:pathLst>
            </a:custGeom>
            <a:noFill/>
            <a:ln cap="flat" cmpd="sng" w="9525">
              <a:solidFill>
                <a:schemeClr val="lt1">
                  <a:alpha val="20000"/>
                </a:schemeClr>
              </a:solidFill>
              <a:prstDash val="lg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2"/>
            <p:cNvSpPr/>
            <p:nvPr/>
          </p:nvSpPr>
          <p:spPr>
            <a:xfrm>
              <a:off x="1524000" y="0"/>
              <a:ext cx="1446213" cy="2030413"/>
            </a:xfrm>
            <a:custGeom>
              <a:rect b="b" l="l" r="r" t="t"/>
              <a:pathLst>
                <a:path extrusionOk="0" h="427" w="304">
                  <a:moveTo>
                    <a:pt x="304" y="0"/>
                  </a:moveTo>
                  <a:cubicBezTo>
                    <a:pt x="170" y="120"/>
                    <a:pt x="69" y="267"/>
                    <a:pt x="0" y="427"/>
                  </a:cubicBezTo>
                </a:path>
              </a:pathLst>
            </a:custGeom>
            <a:noFill/>
            <a:ln cap="flat" cmpd="sng" w="9525">
              <a:solidFill>
                <a:schemeClr val="lt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2"/>
            <p:cNvSpPr/>
            <p:nvPr/>
          </p:nvSpPr>
          <p:spPr>
            <a:xfrm>
              <a:off x="1524000" y="9525"/>
              <a:ext cx="1246188" cy="1641475"/>
            </a:xfrm>
            <a:custGeom>
              <a:rect b="b" l="l" r="r" t="t"/>
              <a:pathLst>
                <a:path extrusionOk="0" h="345" w="262">
                  <a:moveTo>
                    <a:pt x="262" y="0"/>
                  </a:moveTo>
                  <a:cubicBezTo>
                    <a:pt x="152" y="102"/>
                    <a:pt x="65" y="217"/>
                    <a:pt x="0" y="345"/>
                  </a:cubicBezTo>
                </a:path>
              </a:pathLst>
            </a:custGeom>
            <a:noFill/>
            <a:ln cap="flat" cmpd="sng" w="9525">
              <a:solidFill>
                <a:schemeClr val="lt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2"/>
            <p:cNvSpPr/>
            <p:nvPr/>
          </p:nvSpPr>
          <p:spPr>
            <a:xfrm>
              <a:off x="1524000" y="0"/>
              <a:ext cx="1036638" cy="1212850"/>
            </a:xfrm>
            <a:custGeom>
              <a:rect b="b" l="l" r="r" t="t"/>
              <a:pathLst>
                <a:path extrusionOk="0" h="255" w="218">
                  <a:moveTo>
                    <a:pt x="218" y="0"/>
                  </a:moveTo>
                  <a:cubicBezTo>
                    <a:pt x="137" y="77"/>
                    <a:pt x="62" y="162"/>
                    <a:pt x="0" y="255"/>
                  </a:cubicBezTo>
                </a:path>
              </a:pathLst>
            </a:custGeom>
            <a:noFill/>
            <a:ln cap="flat" cmpd="sng" w="9525">
              <a:solidFill>
                <a:schemeClr val="lt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6" name="Google Shape;346;p12"/>
          <p:cNvGrpSpPr/>
          <p:nvPr/>
        </p:nvGrpSpPr>
        <p:grpSpPr>
          <a:xfrm>
            <a:off x="640080" y="1699589"/>
            <a:ext cx="3286552" cy="3470421"/>
            <a:chOff x="640080" y="1699589"/>
            <a:chExt cx="3286552" cy="3470421"/>
          </a:xfrm>
        </p:grpSpPr>
        <p:sp>
          <p:nvSpPr>
            <p:cNvPr id="347" name="Google Shape;347;p12"/>
            <p:cNvSpPr/>
            <p:nvPr/>
          </p:nvSpPr>
          <p:spPr>
            <a:xfrm>
              <a:off x="644453" y="1699589"/>
              <a:ext cx="3277806" cy="50292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2"/>
            <p:cNvSpPr/>
            <p:nvPr/>
          </p:nvSpPr>
          <p:spPr>
            <a:xfrm rot="10800000">
              <a:off x="2125363" y="4897607"/>
              <a:ext cx="315988" cy="272403"/>
            </a:xfrm>
            <a:prstGeom prst="triangl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2"/>
            <p:cNvSpPr/>
            <p:nvPr/>
          </p:nvSpPr>
          <p:spPr>
            <a:xfrm>
              <a:off x="640080" y="2275661"/>
              <a:ext cx="3286552" cy="262432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0" name="Google Shape;350;p12"/>
          <p:cNvSpPr txBox="1"/>
          <p:nvPr>
            <p:ph type="title"/>
          </p:nvPr>
        </p:nvSpPr>
        <p:spPr>
          <a:xfrm>
            <a:off x="725554" y="2349924"/>
            <a:ext cx="3112048" cy="2464952"/>
          </a:xfrm>
          <a:prstGeom prst="rect">
            <a:avLst/>
          </a:prstGeom>
          <a:noFill/>
          <a:ln>
            <a:noFill/>
          </a:ln>
        </p:spPr>
        <p:txBody>
          <a:bodyPr anchorCtr="0" anchor="ctr" bIns="228600" lIns="228600" spcFirstLastPara="1" rIns="228600" wrap="square" tIns="228600">
            <a:normAutofit/>
          </a:bodyPr>
          <a:lstStyle>
            <a:lvl1pPr lvl="0" algn="ctr">
              <a:lnSpc>
                <a:spcPct val="85000"/>
              </a:lnSpc>
              <a:spcBef>
                <a:spcPts val="0"/>
              </a:spcBef>
              <a:spcAft>
                <a:spcPts val="0"/>
              </a:spcAft>
              <a:buClr>
                <a:srgbClr val="FFFEFF"/>
              </a:buClr>
              <a:buSzPts val="3200"/>
              <a:buFont typeface="Calibri"/>
              <a:buNone/>
              <a:defRPr>
                <a:solidFill>
                  <a:srgbClr val="FFFE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1" name="Google Shape;351;p12"/>
          <p:cNvSpPr txBox="1"/>
          <p:nvPr>
            <p:ph idx="1" type="body"/>
          </p:nvPr>
        </p:nvSpPr>
        <p:spPr>
          <a:xfrm>
            <a:off x="4415687" y="803186"/>
            <a:ext cx="4091410" cy="5248622"/>
          </a:xfrm>
          <a:prstGeom prst="rect">
            <a:avLst/>
          </a:prstGeom>
          <a:noFill/>
          <a:ln>
            <a:noFill/>
          </a:ln>
        </p:spPr>
        <p:txBody>
          <a:bodyPr anchorCtr="0" anchor="ctr" bIns="45700" lIns="91425" spcFirstLastPara="1" rIns="91425" wrap="square" tIns="45700">
            <a:normAutofit/>
          </a:bodyPr>
          <a:lstStyle>
            <a:lvl1pPr indent="-354330" lvl="0" marL="457200" algn="l">
              <a:lnSpc>
                <a:spcPct val="120000"/>
              </a:lnSpc>
              <a:spcBef>
                <a:spcPts val="750"/>
              </a:spcBef>
              <a:spcAft>
                <a:spcPts val="0"/>
              </a:spcAft>
              <a:buSzPts val="1980"/>
              <a:buChar char="▪"/>
              <a:defRPr/>
            </a:lvl1pPr>
            <a:lvl2pPr indent="-354330" lvl="1" marL="914400" algn="l">
              <a:lnSpc>
                <a:spcPct val="120000"/>
              </a:lnSpc>
              <a:spcBef>
                <a:spcPts val="375"/>
              </a:spcBef>
              <a:spcAft>
                <a:spcPts val="0"/>
              </a:spcAft>
              <a:buSzPts val="1980"/>
              <a:buChar char="▪"/>
              <a:defRPr/>
            </a:lvl2pPr>
            <a:lvl3pPr indent="-354330" lvl="2" marL="1371600" algn="l">
              <a:lnSpc>
                <a:spcPct val="120000"/>
              </a:lnSpc>
              <a:spcBef>
                <a:spcPts val="375"/>
              </a:spcBef>
              <a:spcAft>
                <a:spcPts val="0"/>
              </a:spcAft>
              <a:buSzPts val="1980"/>
              <a:buChar char="▪"/>
              <a:defRPr/>
            </a:lvl3pPr>
            <a:lvl4pPr indent="-354330" lvl="3" marL="1828800" algn="l">
              <a:lnSpc>
                <a:spcPct val="120000"/>
              </a:lnSpc>
              <a:spcBef>
                <a:spcPts val="375"/>
              </a:spcBef>
              <a:spcAft>
                <a:spcPts val="0"/>
              </a:spcAft>
              <a:buSzPts val="1980"/>
              <a:buChar char="▪"/>
              <a:defRPr/>
            </a:lvl4pPr>
            <a:lvl5pPr indent="-354329" lvl="4" marL="2286000" algn="l">
              <a:lnSpc>
                <a:spcPct val="120000"/>
              </a:lnSpc>
              <a:spcBef>
                <a:spcPts val="375"/>
              </a:spcBef>
              <a:spcAft>
                <a:spcPts val="0"/>
              </a:spcAft>
              <a:buSzPts val="1980"/>
              <a:buChar char="▪"/>
              <a:defRPr/>
            </a:lvl5pPr>
            <a:lvl6pPr indent="-354329" lvl="5" marL="2743200" algn="l">
              <a:lnSpc>
                <a:spcPct val="120000"/>
              </a:lnSpc>
              <a:spcBef>
                <a:spcPts val="375"/>
              </a:spcBef>
              <a:spcAft>
                <a:spcPts val="0"/>
              </a:spcAft>
              <a:buSzPts val="1980"/>
              <a:buChar char="▪"/>
              <a:defRPr/>
            </a:lvl6pPr>
            <a:lvl7pPr indent="-354329" lvl="6" marL="3200400" algn="l">
              <a:lnSpc>
                <a:spcPct val="120000"/>
              </a:lnSpc>
              <a:spcBef>
                <a:spcPts val="375"/>
              </a:spcBef>
              <a:spcAft>
                <a:spcPts val="0"/>
              </a:spcAft>
              <a:buSzPts val="1980"/>
              <a:buChar char="▪"/>
              <a:defRPr/>
            </a:lvl7pPr>
            <a:lvl8pPr indent="-354329" lvl="7" marL="3657600" algn="l">
              <a:lnSpc>
                <a:spcPct val="120000"/>
              </a:lnSpc>
              <a:spcBef>
                <a:spcPts val="375"/>
              </a:spcBef>
              <a:spcAft>
                <a:spcPts val="0"/>
              </a:spcAft>
              <a:buSzPts val="1980"/>
              <a:buChar char="▪"/>
              <a:defRPr/>
            </a:lvl8pPr>
            <a:lvl9pPr indent="-354329" lvl="8" marL="4114800" algn="l">
              <a:lnSpc>
                <a:spcPct val="120000"/>
              </a:lnSpc>
              <a:spcBef>
                <a:spcPts val="375"/>
              </a:spcBef>
              <a:spcAft>
                <a:spcPts val="0"/>
              </a:spcAft>
              <a:buSzPts val="1980"/>
              <a:buChar char="▪"/>
              <a:defRPr/>
            </a:lvl9pPr>
          </a:lstStyle>
          <a:p/>
        </p:txBody>
      </p:sp>
      <p:sp>
        <p:nvSpPr>
          <p:cNvPr id="352" name="Google Shape;352;p12"/>
          <p:cNvSpPr txBox="1"/>
          <p:nvPr>
            <p:ph idx="10" type="dt"/>
          </p:nvPr>
        </p:nvSpPr>
        <p:spPr>
          <a:xfrm>
            <a:off x="640080" y="320040"/>
            <a:ext cx="2743200"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3" name="Google Shape;353;p12"/>
          <p:cNvSpPr txBox="1"/>
          <p:nvPr>
            <p:ph idx="11" type="ftr"/>
          </p:nvPr>
        </p:nvSpPr>
        <p:spPr>
          <a:xfrm>
            <a:off x="640080" y="6227064"/>
            <a:ext cx="7854696" cy="32004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4" name="Google Shape;354;p12"/>
          <p:cNvSpPr txBox="1"/>
          <p:nvPr>
            <p:ph idx="12" type="sldNum"/>
          </p:nvPr>
        </p:nvSpPr>
        <p:spPr>
          <a:xfrm>
            <a:off x="7808976" y="320040"/>
            <a:ext cx="685800" cy="32004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9"/>
          <p:cNvSpPr txBox="1"/>
          <p:nvPr>
            <p:ph type="title"/>
          </p:nvPr>
        </p:nvSpPr>
        <p:spPr>
          <a:xfrm>
            <a:off x="725554" y="2349925"/>
            <a:ext cx="3112047" cy="2464952"/>
          </a:xfrm>
          <a:prstGeom prst="rect">
            <a:avLst/>
          </a:prstGeom>
          <a:noFill/>
          <a:ln>
            <a:noFill/>
          </a:ln>
        </p:spPr>
        <p:txBody>
          <a:bodyPr anchorCtr="0" anchor="ctr" bIns="228600" lIns="228600" spcFirstLastPara="1" rIns="228600" wrap="square" tIns="228600">
            <a:normAutofit/>
          </a:bodyPr>
          <a:lstStyle>
            <a:lvl1pPr lvl="0" marR="0" rtl="0" algn="ctr">
              <a:lnSpc>
                <a:spcPct val="85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9"/>
          <p:cNvSpPr txBox="1"/>
          <p:nvPr>
            <p:ph idx="1" type="body"/>
          </p:nvPr>
        </p:nvSpPr>
        <p:spPr>
          <a:xfrm>
            <a:off x="4415687" y="794719"/>
            <a:ext cx="4079089" cy="5257090"/>
          </a:xfrm>
          <a:prstGeom prst="rect">
            <a:avLst/>
          </a:prstGeom>
          <a:noFill/>
          <a:ln>
            <a:noFill/>
          </a:ln>
        </p:spPr>
        <p:txBody>
          <a:bodyPr anchorCtr="0" anchor="t" bIns="45700" lIns="91425" spcFirstLastPara="1" rIns="91425" wrap="square" tIns="45700">
            <a:normAutofit/>
          </a:bodyPr>
          <a:lstStyle>
            <a:lvl1pPr indent="-340360" lvl="0" marL="457200" marR="0" rtl="0" algn="l">
              <a:lnSpc>
                <a:spcPct val="120000"/>
              </a:lnSpc>
              <a:spcBef>
                <a:spcPts val="750"/>
              </a:spcBef>
              <a:spcAft>
                <a:spcPts val="0"/>
              </a:spcAft>
              <a:buClr>
                <a:schemeClr val="accent1"/>
              </a:buClr>
              <a:buSzPts val="1760"/>
              <a:buFont typeface="Noto Sans Symbols"/>
              <a:buChar char="▪"/>
              <a:defRPr b="0" i="0" sz="1600" u="none" cap="none" strike="noStrike">
                <a:solidFill>
                  <a:schemeClr val="dk1"/>
                </a:solidFill>
                <a:latin typeface="Rockwell"/>
                <a:ea typeface="Rockwell"/>
                <a:cs typeface="Rockwell"/>
                <a:sym typeface="Rockwell"/>
              </a:defRPr>
            </a:lvl1pPr>
            <a:lvl2pPr indent="-326390" lvl="1" marL="914400" marR="0" rtl="0" algn="l">
              <a:lnSpc>
                <a:spcPct val="120000"/>
              </a:lnSpc>
              <a:spcBef>
                <a:spcPts val="375"/>
              </a:spcBef>
              <a:spcAft>
                <a:spcPts val="0"/>
              </a:spcAft>
              <a:buClr>
                <a:schemeClr val="accent1"/>
              </a:buClr>
              <a:buSzPts val="1540"/>
              <a:buFont typeface="Noto Sans Symbols"/>
              <a:buChar char="▪"/>
              <a:defRPr b="0" i="0" sz="1400" u="none" cap="none" strike="noStrike">
                <a:solidFill>
                  <a:schemeClr val="dk1"/>
                </a:solidFill>
                <a:latin typeface="Rockwell"/>
                <a:ea typeface="Rockwell"/>
                <a:cs typeface="Rockwell"/>
                <a:sym typeface="Rockwell"/>
              </a:defRPr>
            </a:lvl2pPr>
            <a:lvl3pPr indent="-312419" lvl="2" marL="1371600" marR="0" rtl="0" algn="l">
              <a:lnSpc>
                <a:spcPct val="120000"/>
              </a:lnSpc>
              <a:spcBef>
                <a:spcPts val="375"/>
              </a:spcBef>
              <a:spcAft>
                <a:spcPts val="0"/>
              </a:spcAft>
              <a:buClr>
                <a:schemeClr val="accent1"/>
              </a:buClr>
              <a:buSzPts val="1320"/>
              <a:buFont typeface="Noto Sans Symbols"/>
              <a:buChar char="▪"/>
              <a:defRPr b="0" i="0" sz="1200" u="none" cap="none" strike="noStrike">
                <a:solidFill>
                  <a:schemeClr val="dk1"/>
                </a:solidFill>
                <a:latin typeface="Rockwell"/>
                <a:ea typeface="Rockwell"/>
                <a:cs typeface="Rockwell"/>
                <a:sym typeface="Rockwell"/>
              </a:defRPr>
            </a:lvl3pPr>
            <a:lvl4pPr indent="-312419" lvl="3" marL="1828800" marR="0" rtl="0" algn="l">
              <a:lnSpc>
                <a:spcPct val="120000"/>
              </a:lnSpc>
              <a:spcBef>
                <a:spcPts val="375"/>
              </a:spcBef>
              <a:spcAft>
                <a:spcPts val="0"/>
              </a:spcAft>
              <a:buClr>
                <a:schemeClr val="accent1"/>
              </a:buClr>
              <a:buSzPts val="1320"/>
              <a:buFont typeface="Noto Sans Symbols"/>
              <a:buChar char="▪"/>
              <a:defRPr b="0" i="0" sz="1200" u="none" cap="none" strike="noStrike">
                <a:solidFill>
                  <a:schemeClr val="dk1"/>
                </a:solidFill>
                <a:latin typeface="Rockwell"/>
                <a:ea typeface="Rockwell"/>
                <a:cs typeface="Rockwell"/>
                <a:sym typeface="Rockwell"/>
              </a:defRPr>
            </a:lvl4pPr>
            <a:lvl5pPr indent="-312420" lvl="4" marL="2286000" marR="0" rtl="0" algn="l">
              <a:lnSpc>
                <a:spcPct val="120000"/>
              </a:lnSpc>
              <a:spcBef>
                <a:spcPts val="375"/>
              </a:spcBef>
              <a:spcAft>
                <a:spcPts val="0"/>
              </a:spcAft>
              <a:buClr>
                <a:schemeClr val="accent1"/>
              </a:buClr>
              <a:buSzPts val="1320"/>
              <a:buFont typeface="Noto Sans Symbols"/>
              <a:buChar char="▪"/>
              <a:defRPr b="0" i="0" sz="1200" u="none" cap="none" strike="noStrike">
                <a:solidFill>
                  <a:schemeClr val="dk1"/>
                </a:solidFill>
                <a:latin typeface="Rockwell"/>
                <a:ea typeface="Rockwell"/>
                <a:cs typeface="Rockwell"/>
                <a:sym typeface="Rockwell"/>
              </a:defRPr>
            </a:lvl5pPr>
            <a:lvl6pPr indent="-291464" lvl="5" marL="2743200" marR="0" rtl="0" algn="l">
              <a:lnSpc>
                <a:spcPct val="120000"/>
              </a:lnSpc>
              <a:spcBef>
                <a:spcPts val="375"/>
              </a:spcBef>
              <a:spcAft>
                <a:spcPts val="0"/>
              </a:spcAft>
              <a:buClr>
                <a:schemeClr val="accent1"/>
              </a:buClr>
              <a:buSzPts val="990"/>
              <a:buFont typeface="Noto Sans Symbols"/>
              <a:buChar char="▪"/>
              <a:defRPr b="0" i="0" sz="900" u="none" cap="none" strike="noStrike">
                <a:solidFill>
                  <a:schemeClr val="dk1"/>
                </a:solidFill>
                <a:latin typeface="Rockwell"/>
                <a:ea typeface="Rockwell"/>
                <a:cs typeface="Rockwell"/>
                <a:sym typeface="Rockwell"/>
              </a:defRPr>
            </a:lvl6pPr>
            <a:lvl7pPr indent="-291464" lvl="6" marL="3200400" marR="0" rtl="0" algn="l">
              <a:lnSpc>
                <a:spcPct val="120000"/>
              </a:lnSpc>
              <a:spcBef>
                <a:spcPts val="375"/>
              </a:spcBef>
              <a:spcAft>
                <a:spcPts val="0"/>
              </a:spcAft>
              <a:buClr>
                <a:schemeClr val="accent1"/>
              </a:buClr>
              <a:buSzPts val="990"/>
              <a:buFont typeface="Noto Sans Symbols"/>
              <a:buChar char="▪"/>
              <a:defRPr b="0" i="0" sz="900" u="none" cap="none" strike="noStrike">
                <a:solidFill>
                  <a:schemeClr val="dk1"/>
                </a:solidFill>
                <a:latin typeface="Rockwell"/>
                <a:ea typeface="Rockwell"/>
                <a:cs typeface="Rockwell"/>
                <a:sym typeface="Rockwell"/>
              </a:defRPr>
            </a:lvl7pPr>
            <a:lvl8pPr indent="-291465" lvl="7" marL="3657600" marR="0" rtl="0" algn="l">
              <a:lnSpc>
                <a:spcPct val="120000"/>
              </a:lnSpc>
              <a:spcBef>
                <a:spcPts val="375"/>
              </a:spcBef>
              <a:spcAft>
                <a:spcPts val="0"/>
              </a:spcAft>
              <a:buClr>
                <a:schemeClr val="accent1"/>
              </a:buClr>
              <a:buSzPts val="990"/>
              <a:buFont typeface="Noto Sans Symbols"/>
              <a:buChar char="▪"/>
              <a:defRPr b="0" i="0" sz="900" u="none" cap="none" strike="noStrike">
                <a:solidFill>
                  <a:schemeClr val="dk1"/>
                </a:solidFill>
                <a:latin typeface="Rockwell"/>
                <a:ea typeface="Rockwell"/>
                <a:cs typeface="Rockwell"/>
                <a:sym typeface="Rockwell"/>
              </a:defRPr>
            </a:lvl8pPr>
            <a:lvl9pPr indent="-291465" lvl="8" marL="4114800" marR="0" rtl="0" algn="l">
              <a:lnSpc>
                <a:spcPct val="120000"/>
              </a:lnSpc>
              <a:spcBef>
                <a:spcPts val="375"/>
              </a:spcBef>
              <a:spcAft>
                <a:spcPts val="0"/>
              </a:spcAft>
              <a:buClr>
                <a:schemeClr val="accent1"/>
              </a:buClr>
              <a:buSzPts val="990"/>
              <a:buFont typeface="Noto Sans Symbols"/>
              <a:buChar char="▪"/>
              <a:defRPr b="0" i="0" sz="900" u="none" cap="none" strike="noStrike">
                <a:solidFill>
                  <a:schemeClr val="dk1"/>
                </a:solidFill>
                <a:latin typeface="Rockwell"/>
                <a:ea typeface="Rockwell"/>
                <a:cs typeface="Rockwell"/>
                <a:sym typeface="Rockwell"/>
              </a:defRPr>
            </a:lvl9pPr>
          </a:lstStyle>
          <a:p/>
        </p:txBody>
      </p:sp>
      <p:sp>
        <p:nvSpPr>
          <p:cNvPr id="8" name="Google Shape;8;p9"/>
          <p:cNvSpPr txBox="1"/>
          <p:nvPr>
            <p:ph idx="10" type="dt"/>
          </p:nvPr>
        </p:nvSpPr>
        <p:spPr>
          <a:xfrm>
            <a:off x="640080" y="320040"/>
            <a:ext cx="2743200" cy="32004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00" u="none" cap="none" strike="noStrike">
                <a:solidFill>
                  <a:srgbClr val="888888"/>
                </a:solidFill>
                <a:latin typeface="Rockwell"/>
                <a:ea typeface="Rockwell"/>
                <a:cs typeface="Rockwell"/>
                <a:sym typeface="Rockwell"/>
              </a:defRPr>
            </a:lvl1pPr>
            <a:lvl2pPr lvl="1"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2pPr>
            <a:lvl3pPr lvl="2"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3pPr>
            <a:lvl4pPr lvl="3"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4pPr>
            <a:lvl5pPr lvl="4"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5pPr>
            <a:lvl6pPr lvl="5"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6pPr>
            <a:lvl7pPr lvl="6"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7pPr>
            <a:lvl8pPr lvl="7"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8pPr>
            <a:lvl9pPr lvl="8"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9pPr>
          </a:lstStyle>
          <a:p/>
        </p:txBody>
      </p:sp>
      <p:sp>
        <p:nvSpPr>
          <p:cNvPr id="9" name="Google Shape;9;p9"/>
          <p:cNvSpPr txBox="1"/>
          <p:nvPr>
            <p:ph idx="11" type="ftr"/>
          </p:nvPr>
        </p:nvSpPr>
        <p:spPr>
          <a:xfrm>
            <a:off x="640080" y="6227064"/>
            <a:ext cx="7854696" cy="320040"/>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00" u="none" cap="none" strike="noStrike">
                <a:solidFill>
                  <a:srgbClr val="888888"/>
                </a:solidFill>
                <a:latin typeface="Rockwell"/>
                <a:ea typeface="Rockwell"/>
                <a:cs typeface="Rockwell"/>
                <a:sym typeface="Rockwell"/>
              </a:defRPr>
            </a:lvl1pPr>
            <a:lvl2pPr lvl="1"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2pPr>
            <a:lvl3pPr lvl="2"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3pPr>
            <a:lvl4pPr lvl="3"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4pPr>
            <a:lvl5pPr lvl="4"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5pPr>
            <a:lvl6pPr lvl="5"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6pPr>
            <a:lvl7pPr lvl="6"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7pPr>
            <a:lvl8pPr lvl="7"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8pPr>
            <a:lvl9pPr lvl="8"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9pPr>
          </a:lstStyle>
          <a:p/>
        </p:txBody>
      </p:sp>
      <p:sp>
        <p:nvSpPr>
          <p:cNvPr id="10" name="Google Shape;10;p9"/>
          <p:cNvSpPr txBox="1"/>
          <p:nvPr>
            <p:ph idx="12" type="sldNum"/>
          </p:nvPr>
        </p:nvSpPr>
        <p:spPr>
          <a:xfrm>
            <a:off x="7808976" y="320040"/>
            <a:ext cx="685800" cy="32004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00" u="none" cap="none" strike="noStrike">
                <a:solidFill>
                  <a:srgbClr val="888888"/>
                </a:solidFill>
                <a:latin typeface="Rockwell"/>
                <a:ea typeface="Rockwell"/>
                <a:cs typeface="Rockwell"/>
                <a:sym typeface="Rockwell"/>
              </a:defRPr>
            </a:lvl1pPr>
            <a:lvl2pPr indent="0" lvl="1" marL="0" marR="0" rtl="0" algn="r">
              <a:spcBef>
                <a:spcPts val="0"/>
              </a:spcBef>
              <a:buNone/>
              <a:defRPr b="0" i="0" sz="1000" u="none" cap="none" strike="noStrike">
                <a:solidFill>
                  <a:srgbClr val="888888"/>
                </a:solidFill>
                <a:latin typeface="Rockwell"/>
                <a:ea typeface="Rockwell"/>
                <a:cs typeface="Rockwell"/>
                <a:sym typeface="Rockwell"/>
              </a:defRPr>
            </a:lvl2pPr>
            <a:lvl3pPr indent="0" lvl="2" marL="0" marR="0" rtl="0" algn="r">
              <a:spcBef>
                <a:spcPts val="0"/>
              </a:spcBef>
              <a:buNone/>
              <a:defRPr b="0" i="0" sz="1000" u="none" cap="none" strike="noStrike">
                <a:solidFill>
                  <a:srgbClr val="888888"/>
                </a:solidFill>
                <a:latin typeface="Rockwell"/>
                <a:ea typeface="Rockwell"/>
                <a:cs typeface="Rockwell"/>
                <a:sym typeface="Rockwell"/>
              </a:defRPr>
            </a:lvl3pPr>
            <a:lvl4pPr indent="0" lvl="3" marL="0" marR="0" rtl="0" algn="r">
              <a:spcBef>
                <a:spcPts val="0"/>
              </a:spcBef>
              <a:buNone/>
              <a:defRPr b="0" i="0" sz="1000" u="none" cap="none" strike="noStrike">
                <a:solidFill>
                  <a:srgbClr val="888888"/>
                </a:solidFill>
                <a:latin typeface="Rockwell"/>
                <a:ea typeface="Rockwell"/>
                <a:cs typeface="Rockwell"/>
                <a:sym typeface="Rockwell"/>
              </a:defRPr>
            </a:lvl4pPr>
            <a:lvl5pPr indent="0" lvl="4" marL="0" marR="0" rtl="0" algn="r">
              <a:spcBef>
                <a:spcPts val="0"/>
              </a:spcBef>
              <a:buNone/>
              <a:defRPr b="0" i="0" sz="1000" u="none" cap="none" strike="noStrike">
                <a:solidFill>
                  <a:srgbClr val="888888"/>
                </a:solidFill>
                <a:latin typeface="Rockwell"/>
                <a:ea typeface="Rockwell"/>
                <a:cs typeface="Rockwell"/>
                <a:sym typeface="Rockwell"/>
              </a:defRPr>
            </a:lvl5pPr>
            <a:lvl6pPr indent="0" lvl="5" marL="0" marR="0" rtl="0" algn="r">
              <a:spcBef>
                <a:spcPts val="0"/>
              </a:spcBef>
              <a:buNone/>
              <a:defRPr b="0" i="0" sz="1000" u="none" cap="none" strike="noStrike">
                <a:solidFill>
                  <a:srgbClr val="888888"/>
                </a:solidFill>
                <a:latin typeface="Rockwell"/>
                <a:ea typeface="Rockwell"/>
                <a:cs typeface="Rockwell"/>
                <a:sym typeface="Rockwell"/>
              </a:defRPr>
            </a:lvl6pPr>
            <a:lvl7pPr indent="0" lvl="6" marL="0" marR="0" rtl="0" algn="r">
              <a:spcBef>
                <a:spcPts val="0"/>
              </a:spcBef>
              <a:buNone/>
              <a:defRPr b="0" i="0" sz="1000" u="none" cap="none" strike="noStrike">
                <a:solidFill>
                  <a:srgbClr val="888888"/>
                </a:solidFill>
                <a:latin typeface="Rockwell"/>
                <a:ea typeface="Rockwell"/>
                <a:cs typeface="Rockwell"/>
                <a:sym typeface="Rockwell"/>
              </a:defRPr>
            </a:lvl7pPr>
            <a:lvl8pPr indent="0" lvl="7" marL="0" marR="0" rtl="0" algn="r">
              <a:spcBef>
                <a:spcPts val="0"/>
              </a:spcBef>
              <a:buNone/>
              <a:defRPr b="0" i="0" sz="1000" u="none" cap="none" strike="noStrike">
                <a:solidFill>
                  <a:srgbClr val="888888"/>
                </a:solidFill>
                <a:latin typeface="Rockwell"/>
                <a:ea typeface="Rockwell"/>
                <a:cs typeface="Rockwell"/>
                <a:sym typeface="Rockwell"/>
              </a:defRPr>
            </a:lvl8pPr>
            <a:lvl9pPr indent="0" lvl="8" marL="0" marR="0" rtl="0" algn="r">
              <a:spcBef>
                <a:spcPts val="0"/>
              </a:spcBef>
              <a:buNone/>
              <a:defRPr b="0" i="0" sz="1000" u="none" cap="none" strike="noStrike">
                <a:solidFill>
                  <a:srgbClr val="888888"/>
                </a:solidFill>
                <a:latin typeface="Rockwell"/>
                <a:ea typeface="Rockwell"/>
                <a:cs typeface="Rockwell"/>
                <a:sym typeface="Rockwe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18" name="Shape 318"/>
        <p:cNvGrpSpPr/>
        <p:nvPr/>
      </p:nvGrpSpPr>
      <p:grpSpPr>
        <a:xfrm>
          <a:off x="0" y="0"/>
          <a:ext cx="0" cy="0"/>
          <a:chOff x="0" y="0"/>
          <a:chExt cx="0" cy="0"/>
        </a:xfrm>
      </p:grpSpPr>
      <p:sp>
        <p:nvSpPr>
          <p:cNvPr id="319" name="Google Shape;319;p11"/>
          <p:cNvSpPr txBox="1"/>
          <p:nvPr>
            <p:ph type="title"/>
          </p:nvPr>
        </p:nvSpPr>
        <p:spPr>
          <a:xfrm>
            <a:off x="725554" y="2349925"/>
            <a:ext cx="3112047" cy="2464952"/>
          </a:xfrm>
          <a:prstGeom prst="rect">
            <a:avLst/>
          </a:prstGeom>
          <a:noFill/>
          <a:ln>
            <a:noFill/>
          </a:ln>
        </p:spPr>
        <p:txBody>
          <a:bodyPr anchorCtr="0" anchor="ctr" bIns="228600" lIns="228600" spcFirstLastPara="1" rIns="228600" wrap="square" tIns="228600">
            <a:normAutofit/>
          </a:bodyPr>
          <a:lstStyle>
            <a:lvl1pPr lvl="0" marR="0" rtl="0" algn="ctr">
              <a:lnSpc>
                <a:spcPct val="85000"/>
              </a:lnSpc>
              <a:spcBef>
                <a:spcPts val="0"/>
              </a:spcBef>
              <a:spcAft>
                <a:spcPts val="0"/>
              </a:spcAft>
              <a:buClr>
                <a:schemeClr val="lt1"/>
              </a:buClr>
              <a:buSzPts val="3200"/>
              <a:buFont typeface="Calibri"/>
              <a:buNone/>
              <a:defRPr b="0" i="0" sz="32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20" name="Google Shape;320;p11"/>
          <p:cNvSpPr txBox="1"/>
          <p:nvPr>
            <p:ph idx="1" type="body"/>
          </p:nvPr>
        </p:nvSpPr>
        <p:spPr>
          <a:xfrm>
            <a:off x="4415687" y="794719"/>
            <a:ext cx="4079089" cy="5257090"/>
          </a:xfrm>
          <a:prstGeom prst="rect">
            <a:avLst/>
          </a:prstGeom>
          <a:noFill/>
          <a:ln>
            <a:noFill/>
          </a:ln>
        </p:spPr>
        <p:txBody>
          <a:bodyPr anchorCtr="0" anchor="t" bIns="45700" lIns="91425" spcFirstLastPara="1" rIns="91425" wrap="square" tIns="45700">
            <a:normAutofit/>
          </a:bodyPr>
          <a:lstStyle>
            <a:lvl1pPr indent="-340360" lvl="0" marL="457200" marR="0" rtl="0" algn="l">
              <a:lnSpc>
                <a:spcPct val="120000"/>
              </a:lnSpc>
              <a:spcBef>
                <a:spcPts val="750"/>
              </a:spcBef>
              <a:spcAft>
                <a:spcPts val="0"/>
              </a:spcAft>
              <a:buClr>
                <a:schemeClr val="accent1"/>
              </a:buClr>
              <a:buSzPts val="1760"/>
              <a:buFont typeface="Noto Sans Symbols"/>
              <a:buChar char="▪"/>
              <a:defRPr b="0" i="0" sz="1600" u="none" cap="none" strike="noStrike">
                <a:solidFill>
                  <a:schemeClr val="lt1"/>
                </a:solidFill>
                <a:latin typeface="Rockwell"/>
                <a:ea typeface="Rockwell"/>
                <a:cs typeface="Rockwell"/>
                <a:sym typeface="Rockwell"/>
              </a:defRPr>
            </a:lvl1pPr>
            <a:lvl2pPr indent="-326390" lvl="1" marL="914400" marR="0" rtl="0" algn="l">
              <a:lnSpc>
                <a:spcPct val="120000"/>
              </a:lnSpc>
              <a:spcBef>
                <a:spcPts val="375"/>
              </a:spcBef>
              <a:spcAft>
                <a:spcPts val="0"/>
              </a:spcAft>
              <a:buClr>
                <a:schemeClr val="accent1"/>
              </a:buClr>
              <a:buSzPts val="1540"/>
              <a:buFont typeface="Noto Sans Symbols"/>
              <a:buChar char="▪"/>
              <a:defRPr b="0" i="0" sz="1400" u="none" cap="none" strike="noStrike">
                <a:solidFill>
                  <a:schemeClr val="lt1"/>
                </a:solidFill>
                <a:latin typeface="Rockwell"/>
                <a:ea typeface="Rockwell"/>
                <a:cs typeface="Rockwell"/>
                <a:sym typeface="Rockwell"/>
              </a:defRPr>
            </a:lvl2pPr>
            <a:lvl3pPr indent="-312419" lvl="2" marL="1371600" marR="0" rtl="0" algn="l">
              <a:lnSpc>
                <a:spcPct val="120000"/>
              </a:lnSpc>
              <a:spcBef>
                <a:spcPts val="375"/>
              </a:spcBef>
              <a:spcAft>
                <a:spcPts val="0"/>
              </a:spcAft>
              <a:buClr>
                <a:schemeClr val="accent1"/>
              </a:buClr>
              <a:buSzPts val="1320"/>
              <a:buFont typeface="Noto Sans Symbols"/>
              <a:buChar char="▪"/>
              <a:defRPr b="0" i="0" sz="1200" u="none" cap="none" strike="noStrike">
                <a:solidFill>
                  <a:schemeClr val="lt1"/>
                </a:solidFill>
                <a:latin typeface="Rockwell"/>
                <a:ea typeface="Rockwell"/>
                <a:cs typeface="Rockwell"/>
                <a:sym typeface="Rockwell"/>
              </a:defRPr>
            </a:lvl3pPr>
            <a:lvl4pPr indent="-312419" lvl="3" marL="1828800" marR="0" rtl="0" algn="l">
              <a:lnSpc>
                <a:spcPct val="120000"/>
              </a:lnSpc>
              <a:spcBef>
                <a:spcPts val="375"/>
              </a:spcBef>
              <a:spcAft>
                <a:spcPts val="0"/>
              </a:spcAft>
              <a:buClr>
                <a:schemeClr val="accent1"/>
              </a:buClr>
              <a:buSzPts val="1320"/>
              <a:buFont typeface="Noto Sans Symbols"/>
              <a:buChar char="▪"/>
              <a:defRPr b="0" i="0" sz="1200" u="none" cap="none" strike="noStrike">
                <a:solidFill>
                  <a:schemeClr val="lt1"/>
                </a:solidFill>
                <a:latin typeface="Rockwell"/>
                <a:ea typeface="Rockwell"/>
                <a:cs typeface="Rockwell"/>
                <a:sym typeface="Rockwell"/>
              </a:defRPr>
            </a:lvl4pPr>
            <a:lvl5pPr indent="-312420" lvl="4" marL="2286000" marR="0" rtl="0" algn="l">
              <a:lnSpc>
                <a:spcPct val="120000"/>
              </a:lnSpc>
              <a:spcBef>
                <a:spcPts val="375"/>
              </a:spcBef>
              <a:spcAft>
                <a:spcPts val="0"/>
              </a:spcAft>
              <a:buClr>
                <a:schemeClr val="accent1"/>
              </a:buClr>
              <a:buSzPts val="1320"/>
              <a:buFont typeface="Noto Sans Symbols"/>
              <a:buChar char="▪"/>
              <a:defRPr b="0" i="0" sz="1200" u="none" cap="none" strike="noStrike">
                <a:solidFill>
                  <a:schemeClr val="lt1"/>
                </a:solidFill>
                <a:latin typeface="Rockwell"/>
                <a:ea typeface="Rockwell"/>
                <a:cs typeface="Rockwell"/>
                <a:sym typeface="Rockwell"/>
              </a:defRPr>
            </a:lvl5pPr>
            <a:lvl6pPr indent="-291464" lvl="5" marL="2743200" marR="0" rtl="0" algn="l">
              <a:lnSpc>
                <a:spcPct val="120000"/>
              </a:lnSpc>
              <a:spcBef>
                <a:spcPts val="375"/>
              </a:spcBef>
              <a:spcAft>
                <a:spcPts val="0"/>
              </a:spcAft>
              <a:buClr>
                <a:schemeClr val="accent1"/>
              </a:buClr>
              <a:buSzPts val="990"/>
              <a:buFont typeface="Noto Sans Symbols"/>
              <a:buChar char="▪"/>
              <a:defRPr b="0" i="0" sz="900" u="none" cap="none" strike="noStrike">
                <a:solidFill>
                  <a:schemeClr val="lt1"/>
                </a:solidFill>
                <a:latin typeface="Rockwell"/>
                <a:ea typeface="Rockwell"/>
                <a:cs typeface="Rockwell"/>
                <a:sym typeface="Rockwell"/>
              </a:defRPr>
            </a:lvl6pPr>
            <a:lvl7pPr indent="-291464" lvl="6" marL="3200400" marR="0" rtl="0" algn="l">
              <a:lnSpc>
                <a:spcPct val="120000"/>
              </a:lnSpc>
              <a:spcBef>
                <a:spcPts val="375"/>
              </a:spcBef>
              <a:spcAft>
                <a:spcPts val="0"/>
              </a:spcAft>
              <a:buClr>
                <a:schemeClr val="accent1"/>
              </a:buClr>
              <a:buSzPts val="990"/>
              <a:buFont typeface="Noto Sans Symbols"/>
              <a:buChar char="▪"/>
              <a:defRPr b="0" i="0" sz="900" u="none" cap="none" strike="noStrike">
                <a:solidFill>
                  <a:schemeClr val="lt1"/>
                </a:solidFill>
                <a:latin typeface="Rockwell"/>
                <a:ea typeface="Rockwell"/>
                <a:cs typeface="Rockwell"/>
                <a:sym typeface="Rockwell"/>
              </a:defRPr>
            </a:lvl7pPr>
            <a:lvl8pPr indent="-291465" lvl="7" marL="3657600" marR="0" rtl="0" algn="l">
              <a:lnSpc>
                <a:spcPct val="120000"/>
              </a:lnSpc>
              <a:spcBef>
                <a:spcPts val="375"/>
              </a:spcBef>
              <a:spcAft>
                <a:spcPts val="0"/>
              </a:spcAft>
              <a:buClr>
                <a:schemeClr val="accent1"/>
              </a:buClr>
              <a:buSzPts val="990"/>
              <a:buFont typeface="Noto Sans Symbols"/>
              <a:buChar char="▪"/>
              <a:defRPr b="0" i="0" sz="900" u="none" cap="none" strike="noStrike">
                <a:solidFill>
                  <a:schemeClr val="lt1"/>
                </a:solidFill>
                <a:latin typeface="Rockwell"/>
                <a:ea typeface="Rockwell"/>
                <a:cs typeface="Rockwell"/>
                <a:sym typeface="Rockwell"/>
              </a:defRPr>
            </a:lvl8pPr>
            <a:lvl9pPr indent="-291465" lvl="8" marL="4114800" marR="0" rtl="0" algn="l">
              <a:lnSpc>
                <a:spcPct val="120000"/>
              </a:lnSpc>
              <a:spcBef>
                <a:spcPts val="375"/>
              </a:spcBef>
              <a:spcAft>
                <a:spcPts val="0"/>
              </a:spcAft>
              <a:buClr>
                <a:schemeClr val="accent1"/>
              </a:buClr>
              <a:buSzPts val="990"/>
              <a:buFont typeface="Noto Sans Symbols"/>
              <a:buChar char="▪"/>
              <a:defRPr b="0" i="0" sz="900" u="none" cap="none" strike="noStrike">
                <a:solidFill>
                  <a:schemeClr val="lt1"/>
                </a:solidFill>
                <a:latin typeface="Rockwell"/>
                <a:ea typeface="Rockwell"/>
                <a:cs typeface="Rockwell"/>
                <a:sym typeface="Rockwell"/>
              </a:defRPr>
            </a:lvl9pPr>
          </a:lstStyle>
          <a:p/>
        </p:txBody>
      </p:sp>
      <p:sp>
        <p:nvSpPr>
          <p:cNvPr id="321" name="Google Shape;321;p11"/>
          <p:cNvSpPr txBox="1"/>
          <p:nvPr>
            <p:ph idx="10" type="dt"/>
          </p:nvPr>
        </p:nvSpPr>
        <p:spPr>
          <a:xfrm>
            <a:off x="640080" y="320040"/>
            <a:ext cx="2743200" cy="32004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00" u="none" cap="none" strike="noStrike">
                <a:solidFill>
                  <a:schemeClr val="lt1"/>
                </a:solidFill>
                <a:latin typeface="Rockwell"/>
                <a:ea typeface="Rockwell"/>
                <a:cs typeface="Rockwell"/>
                <a:sym typeface="Rockwell"/>
              </a:defRPr>
            </a:lvl1pPr>
            <a:lvl2pPr lvl="1"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2pPr>
            <a:lvl3pPr lvl="2"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3pPr>
            <a:lvl4pPr lvl="3"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4pPr>
            <a:lvl5pPr lvl="4"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5pPr>
            <a:lvl6pPr lvl="5"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6pPr>
            <a:lvl7pPr lvl="6"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7pPr>
            <a:lvl8pPr lvl="7"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8pPr>
            <a:lvl9pPr lvl="8"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9pPr>
          </a:lstStyle>
          <a:p/>
        </p:txBody>
      </p:sp>
      <p:sp>
        <p:nvSpPr>
          <p:cNvPr id="322" name="Google Shape;322;p11"/>
          <p:cNvSpPr txBox="1"/>
          <p:nvPr>
            <p:ph idx="11" type="ftr"/>
          </p:nvPr>
        </p:nvSpPr>
        <p:spPr>
          <a:xfrm>
            <a:off x="640080" y="6227064"/>
            <a:ext cx="7854696" cy="320040"/>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00" u="none" cap="none" strike="noStrike">
                <a:solidFill>
                  <a:schemeClr val="lt1"/>
                </a:solidFill>
                <a:latin typeface="Rockwell"/>
                <a:ea typeface="Rockwell"/>
                <a:cs typeface="Rockwell"/>
                <a:sym typeface="Rockwell"/>
              </a:defRPr>
            </a:lvl1pPr>
            <a:lvl2pPr lvl="1"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2pPr>
            <a:lvl3pPr lvl="2"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3pPr>
            <a:lvl4pPr lvl="3"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4pPr>
            <a:lvl5pPr lvl="4"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5pPr>
            <a:lvl6pPr lvl="5"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6pPr>
            <a:lvl7pPr lvl="6"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7pPr>
            <a:lvl8pPr lvl="7"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8pPr>
            <a:lvl9pPr lvl="8"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9pPr>
          </a:lstStyle>
          <a:p/>
        </p:txBody>
      </p:sp>
      <p:sp>
        <p:nvSpPr>
          <p:cNvPr id="323" name="Google Shape;323;p11"/>
          <p:cNvSpPr txBox="1"/>
          <p:nvPr>
            <p:ph idx="12" type="sldNum"/>
          </p:nvPr>
        </p:nvSpPr>
        <p:spPr>
          <a:xfrm>
            <a:off x="7808976" y="320040"/>
            <a:ext cx="685800" cy="32004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00" u="none" cap="none" strike="noStrike">
                <a:solidFill>
                  <a:schemeClr val="lt1"/>
                </a:solidFill>
                <a:latin typeface="Rockwell"/>
                <a:ea typeface="Rockwell"/>
                <a:cs typeface="Rockwell"/>
                <a:sym typeface="Rockwell"/>
              </a:defRPr>
            </a:lvl1pPr>
            <a:lvl2pPr indent="0" lvl="1" marL="0" marR="0" rtl="0" algn="r">
              <a:spcBef>
                <a:spcPts val="0"/>
              </a:spcBef>
              <a:buNone/>
              <a:defRPr b="0" i="0" sz="1000" u="none" cap="none" strike="noStrike">
                <a:solidFill>
                  <a:schemeClr val="lt1"/>
                </a:solidFill>
                <a:latin typeface="Rockwell"/>
                <a:ea typeface="Rockwell"/>
                <a:cs typeface="Rockwell"/>
                <a:sym typeface="Rockwell"/>
              </a:defRPr>
            </a:lvl2pPr>
            <a:lvl3pPr indent="0" lvl="2" marL="0" marR="0" rtl="0" algn="r">
              <a:spcBef>
                <a:spcPts val="0"/>
              </a:spcBef>
              <a:buNone/>
              <a:defRPr b="0" i="0" sz="1000" u="none" cap="none" strike="noStrike">
                <a:solidFill>
                  <a:schemeClr val="lt1"/>
                </a:solidFill>
                <a:latin typeface="Rockwell"/>
                <a:ea typeface="Rockwell"/>
                <a:cs typeface="Rockwell"/>
                <a:sym typeface="Rockwell"/>
              </a:defRPr>
            </a:lvl3pPr>
            <a:lvl4pPr indent="0" lvl="3" marL="0" marR="0" rtl="0" algn="r">
              <a:spcBef>
                <a:spcPts val="0"/>
              </a:spcBef>
              <a:buNone/>
              <a:defRPr b="0" i="0" sz="1000" u="none" cap="none" strike="noStrike">
                <a:solidFill>
                  <a:schemeClr val="lt1"/>
                </a:solidFill>
                <a:latin typeface="Rockwell"/>
                <a:ea typeface="Rockwell"/>
                <a:cs typeface="Rockwell"/>
                <a:sym typeface="Rockwell"/>
              </a:defRPr>
            </a:lvl4pPr>
            <a:lvl5pPr indent="0" lvl="4" marL="0" marR="0" rtl="0" algn="r">
              <a:spcBef>
                <a:spcPts val="0"/>
              </a:spcBef>
              <a:buNone/>
              <a:defRPr b="0" i="0" sz="1000" u="none" cap="none" strike="noStrike">
                <a:solidFill>
                  <a:schemeClr val="lt1"/>
                </a:solidFill>
                <a:latin typeface="Rockwell"/>
                <a:ea typeface="Rockwell"/>
                <a:cs typeface="Rockwell"/>
                <a:sym typeface="Rockwell"/>
              </a:defRPr>
            </a:lvl5pPr>
            <a:lvl6pPr indent="0" lvl="5" marL="0" marR="0" rtl="0" algn="r">
              <a:spcBef>
                <a:spcPts val="0"/>
              </a:spcBef>
              <a:buNone/>
              <a:defRPr b="0" i="0" sz="1000" u="none" cap="none" strike="noStrike">
                <a:solidFill>
                  <a:schemeClr val="lt1"/>
                </a:solidFill>
                <a:latin typeface="Rockwell"/>
                <a:ea typeface="Rockwell"/>
                <a:cs typeface="Rockwell"/>
                <a:sym typeface="Rockwell"/>
              </a:defRPr>
            </a:lvl6pPr>
            <a:lvl7pPr indent="0" lvl="6" marL="0" marR="0" rtl="0" algn="r">
              <a:spcBef>
                <a:spcPts val="0"/>
              </a:spcBef>
              <a:buNone/>
              <a:defRPr b="0" i="0" sz="1000" u="none" cap="none" strike="noStrike">
                <a:solidFill>
                  <a:schemeClr val="lt1"/>
                </a:solidFill>
                <a:latin typeface="Rockwell"/>
                <a:ea typeface="Rockwell"/>
                <a:cs typeface="Rockwell"/>
                <a:sym typeface="Rockwell"/>
              </a:defRPr>
            </a:lvl7pPr>
            <a:lvl8pPr indent="0" lvl="7" marL="0" marR="0" rtl="0" algn="r">
              <a:spcBef>
                <a:spcPts val="0"/>
              </a:spcBef>
              <a:buNone/>
              <a:defRPr b="0" i="0" sz="1000" u="none" cap="none" strike="noStrike">
                <a:solidFill>
                  <a:schemeClr val="lt1"/>
                </a:solidFill>
                <a:latin typeface="Rockwell"/>
                <a:ea typeface="Rockwell"/>
                <a:cs typeface="Rockwell"/>
                <a:sym typeface="Rockwell"/>
              </a:defRPr>
            </a:lvl8pPr>
            <a:lvl9pPr indent="0" lvl="8" marL="0" marR="0" rtl="0" algn="r">
              <a:spcBef>
                <a:spcPts val="0"/>
              </a:spcBef>
              <a:buNone/>
              <a:defRPr b="0" i="0" sz="1000" u="none" cap="none" strike="noStrike">
                <a:solidFill>
                  <a:schemeClr val="lt1"/>
                </a:solidFill>
                <a:latin typeface="Rockwell"/>
                <a:ea typeface="Rockwell"/>
                <a:cs typeface="Rockwell"/>
                <a:sym typeface="Rockwe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7.png"/><Relationship Id="rId6"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8.png"/><Relationship Id="rId6"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9" name="Shape 359"/>
        <p:cNvGrpSpPr/>
        <p:nvPr/>
      </p:nvGrpSpPr>
      <p:grpSpPr>
        <a:xfrm>
          <a:off x="0" y="0"/>
          <a:ext cx="0" cy="0"/>
          <a:chOff x="0" y="0"/>
          <a:chExt cx="0" cy="0"/>
        </a:xfrm>
      </p:grpSpPr>
      <p:sp>
        <p:nvSpPr>
          <p:cNvPr id="360" name="Google Shape;360;p1"/>
          <p:cNvSpPr txBox="1"/>
          <p:nvPr>
            <p:ph type="title"/>
          </p:nvPr>
        </p:nvSpPr>
        <p:spPr>
          <a:xfrm>
            <a:off x="666473" y="2349925"/>
            <a:ext cx="2624234" cy="2456442"/>
          </a:xfrm>
          <a:prstGeom prst="rect">
            <a:avLst/>
          </a:prstGeom>
          <a:noFill/>
          <a:ln>
            <a:noFill/>
          </a:ln>
        </p:spPr>
        <p:txBody>
          <a:bodyPr anchorCtr="0" anchor="ctr" bIns="228600" lIns="228600" spcFirstLastPara="1" rIns="228600" wrap="square" tIns="228600">
            <a:normAutofit/>
          </a:bodyPr>
          <a:lstStyle/>
          <a:p>
            <a:pPr indent="0" lvl="0" marL="0" rtl="0" algn="ctr">
              <a:lnSpc>
                <a:spcPct val="85000"/>
              </a:lnSpc>
              <a:spcBef>
                <a:spcPts val="0"/>
              </a:spcBef>
              <a:spcAft>
                <a:spcPts val="0"/>
              </a:spcAft>
              <a:buClr>
                <a:srgbClr val="FFFEFF"/>
              </a:buClr>
              <a:buSzPts val="3000"/>
              <a:buFont typeface="Calibri"/>
              <a:buNone/>
            </a:pPr>
            <a:r>
              <a:rPr lang="en-US" sz="3000"/>
              <a:t>World Cup Match Predictor &amp; Analyst Chatbot</a:t>
            </a:r>
            <a:endParaRPr/>
          </a:p>
        </p:txBody>
      </p:sp>
      <p:grpSp>
        <p:nvGrpSpPr>
          <p:cNvPr id="361" name="Google Shape;361;p1"/>
          <p:cNvGrpSpPr/>
          <p:nvPr/>
        </p:nvGrpSpPr>
        <p:grpSpPr>
          <a:xfrm>
            <a:off x="4080788" y="2756458"/>
            <a:ext cx="4228066" cy="1341908"/>
            <a:chOff x="516" y="1630920"/>
            <a:chExt cx="4228066" cy="1341908"/>
          </a:xfrm>
        </p:grpSpPr>
        <p:sp>
          <p:nvSpPr>
            <p:cNvPr id="362" name="Google Shape;362;p1"/>
            <p:cNvSpPr/>
            <p:nvPr/>
          </p:nvSpPr>
          <p:spPr>
            <a:xfrm>
              <a:off x="516" y="1630920"/>
              <a:ext cx="1812028" cy="1150638"/>
            </a:xfrm>
            <a:prstGeom prst="roundRect">
              <a:avLst>
                <a:gd fmla="val 10000" name="adj"/>
              </a:avLst>
            </a:prstGeom>
            <a:solidFill>
              <a:srgbClr val="F81B00"/>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
            <p:cNvSpPr/>
            <p:nvPr/>
          </p:nvSpPr>
          <p:spPr>
            <a:xfrm>
              <a:off x="201852" y="1822190"/>
              <a:ext cx="1812028" cy="1150638"/>
            </a:xfrm>
            <a:prstGeom prst="roundRect">
              <a:avLst>
                <a:gd fmla="val 10000" name="adj"/>
              </a:avLst>
            </a:prstGeom>
            <a:solidFill>
              <a:schemeClr val="lt1">
                <a:alpha val="90196"/>
              </a:schemeClr>
            </a:solidFill>
            <a:ln cap="flat" cmpd="sng" w="15875">
              <a:solidFill>
                <a:srgbClr val="F81B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
            <p:cNvSpPr txBox="1"/>
            <p:nvPr/>
          </p:nvSpPr>
          <p:spPr>
            <a:xfrm>
              <a:off x="235553" y="1855891"/>
              <a:ext cx="1744626" cy="1083236"/>
            </a:xfrm>
            <a:prstGeom prst="rect">
              <a:avLst/>
            </a:prstGeom>
            <a:noFill/>
            <a:ln>
              <a:noFill/>
            </a:ln>
          </p:spPr>
          <p:txBody>
            <a:bodyPr anchorCtr="0" anchor="ctr" bIns="64750" lIns="64750" spcFirstLastPara="1" rIns="64750" wrap="square" tIns="64750">
              <a:noAutofit/>
            </a:bodyPr>
            <a:lstStyle/>
            <a:p>
              <a:pPr indent="0" lvl="0" marL="0" marR="0" rtl="0" algn="ctr">
                <a:lnSpc>
                  <a:spcPct val="90000"/>
                </a:lnSpc>
                <a:spcBef>
                  <a:spcPts val="0"/>
                </a:spcBef>
                <a:spcAft>
                  <a:spcPts val="0"/>
                </a:spcAft>
                <a:buClr>
                  <a:schemeClr val="dk1"/>
                </a:buClr>
                <a:buSzPts val="1700"/>
                <a:buFont typeface="Rockwell"/>
                <a:buNone/>
              </a:pPr>
              <a:r>
                <a:rPr b="0" i="0" lang="en-US" sz="1700" u="none" cap="none" strike="noStrike">
                  <a:solidFill>
                    <a:schemeClr val="dk1"/>
                  </a:solidFill>
                  <a:latin typeface="Rockwell"/>
                  <a:ea typeface="Rockwell"/>
                  <a:cs typeface="Rockwell"/>
                  <a:sym typeface="Rockwell"/>
                </a:rPr>
                <a:t>Group 8 | Track 1</a:t>
              </a:r>
              <a:endParaRPr/>
            </a:p>
          </p:txBody>
        </p:sp>
        <p:sp>
          <p:nvSpPr>
            <p:cNvPr id="365" name="Google Shape;365;p1"/>
            <p:cNvSpPr/>
            <p:nvPr/>
          </p:nvSpPr>
          <p:spPr>
            <a:xfrm>
              <a:off x="2215218" y="1630920"/>
              <a:ext cx="1812028" cy="1150638"/>
            </a:xfrm>
            <a:prstGeom prst="roundRect">
              <a:avLst>
                <a:gd fmla="val 10000" name="adj"/>
              </a:avLst>
            </a:prstGeom>
            <a:solidFill>
              <a:srgbClr val="F81B00"/>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
            <p:cNvSpPr/>
            <p:nvPr/>
          </p:nvSpPr>
          <p:spPr>
            <a:xfrm>
              <a:off x="2416554" y="1822190"/>
              <a:ext cx="1812028" cy="1150638"/>
            </a:xfrm>
            <a:prstGeom prst="roundRect">
              <a:avLst>
                <a:gd fmla="val 10000" name="adj"/>
              </a:avLst>
            </a:prstGeom>
            <a:solidFill>
              <a:schemeClr val="lt1">
                <a:alpha val="90196"/>
              </a:schemeClr>
            </a:solidFill>
            <a:ln cap="flat" cmpd="sng" w="15875">
              <a:solidFill>
                <a:srgbClr val="F81B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
            <p:cNvSpPr txBox="1"/>
            <p:nvPr/>
          </p:nvSpPr>
          <p:spPr>
            <a:xfrm>
              <a:off x="2450255" y="1855891"/>
              <a:ext cx="1744626" cy="1083236"/>
            </a:xfrm>
            <a:prstGeom prst="rect">
              <a:avLst/>
            </a:prstGeom>
            <a:noFill/>
            <a:ln>
              <a:noFill/>
            </a:ln>
          </p:spPr>
          <p:txBody>
            <a:bodyPr anchorCtr="0" anchor="ctr" bIns="64750" lIns="64750" spcFirstLastPara="1" rIns="64750" wrap="square" tIns="64750">
              <a:noAutofit/>
            </a:bodyPr>
            <a:lstStyle/>
            <a:p>
              <a:pPr indent="0" lvl="0" marL="0" marR="0" rtl="0" algn="ctr">
                <a:lnSpc>
                  <a:spcPct val="90000"/>
                </a:lnSpc>
                <a:spcBef>
                  <a:spcPts val="0"/>
                </a:spcBef>
                <a:spcAft>
                  <a:spcPts val="0"/>
                </a:spcAft>
                <a:buClr>
                  <a:schemeClr val="dk1"/>
                </a:buClr>
                <a:buSzPts val="1700"/>
                <a:buFont typeface="Rockwell"/>
                <a:buNone/>
              </a:pPr>
              <a:r>
                <a:rPr b="0" i="0" lang="en-US" sz="1700" u="none" cap="none" strike="noStrike">
                  <a:solidFill>
                    <a:schemeClr val="dk1"/>
                  </a:solidFill>
                  <a:latin typeface="Rockwell"/>
                  <a:ea typeface="Rockwell"/>
                  <a:cs typeface="Rockwell"/>
                  <a:sym typeface="Rockwell"/>
                </a:rPr>
                <a:t>LangChain · Gemini 2.5 Flash · FAISS · Plotly</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2" name="Shape 372"/>
        <p:cNvGrpSpPr/>
        <p:nvPr/>
      </p:nvGrpSpPr>
      <p:grpSpPr>
        <a:xfrm>
          <a:off x="0" y="0"/>
          <a:ext cx="0" cy="0"/>
          <a:chOff x="0" y="0"/>
          <a:chExt cx="0" cy="0"/>
        </a:xfrm>
      </p:grpSpPr>
      <p:sp>
        <p:nvSpPr>
          <p:cNvPr id="373" name="Google Shape;373;p2"/>
          <p:cNvSpPr txBox="1"/>
          <p:nvPr>
            <p:ph type="title"/>
          </p:nvPr>
        </p:nvSpPr>
        <p:spPr>
          <a:xfrm>
            <a:off x="666473" y="2349925"/>
            <a:ext cx="2624234" cy="2456442"/>
          </a:xfrm>
          <a:prstGeom prst="rect">
            <a:avLst/>
          </a:prstGeom>
          <a:noFill/>
          <a:ln>
            <a:noFill/>
          </a:ln>
        </p:spPr>
        <p:txBody>
          <a:bodyPr anchorCtr="0" anchor="ctr" bIns="228600" lIns="228600" spcFirstLastPara="1" rIns="228600" wrap="square" tIns="228600">
            <a:normAutofit/>
          </a:bodyPr>
          <a:lstStyle/>
          <a:p>
            <a:pPr indent="0" lvl="0" marL="0" rtl="0" algn="ctr">
              <a:lnSpc>
                <a:spcPct val="85000"/>
              </a:lnSpc>
              <a:spcBef>
                <a:spcPts val="0"/>
              </a:spcBef>
              <a:spcAft>
                <a:spcPts val="0"/>
              </a:spcAft>
              <a:buClr>
                <a:srgbClr val="FFFEFF"/>
              </a:buClr>
              <a:buSzPts val="3200"/>
              <a:buFont typeface="Calibri"/>
              <a:buNone/>
            </a:pPr>
            <a:r>
              <a:rPr lang="en-US"/>
              <a:t>What We Built</a:t>
            </a:r>
            <a:endParaRPr/>
          </a:p>
        </p:txBody>
      </p:sp>
      <p:grpSp>
        <p:nvGrpSpPr>
          <p:cNvPr id="374" name="Google Shape;374;p2"/>
          <p:cNvGrpSpPr/>
          <p:nvPr/>
        </p:nvGrpSpPr>
        <p:grpSpPr>
          <a:xfrm>
            <a:off x="4154770" y="1352540"/>
            <a:ext cx="4080103" cy="4149745"/>
            <a:chOff x="74498" y="227002"/>
            <a:chExt cx="4080103" cy="4149745"/>
          </a:xfrm>
        </p:grpSpPr>
        <p:sp>
          <p:nvSpPr>
            <p:cNvPr id="375" name="Google Shape;375;p2"/>
            <p:cNvSpPr/>
            <p:nvPr/>
          </p:nvSpPr>
          <p:spPr>
            <a:xfrm>
              <a:off x="590373" y="227002"/>
              <a:ext cx="844159" cy="844159"/>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2"/>
            <p:cNvSpPr/>
            <p:nvPr/>
          </p:nvSpPr>
          <p:spPr>
            <a:xfrm>
              <a:off x="74498" y="1347386"/>
              <a:ext cx="1875909" cy="72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2"/>
            <p:cNvSpPr txBox="1"/>
            <p:nvPr/>
          </p:nvSpPr>
          <p:spPr>
            <a:xfrm>
              <a:off x="74498" y="1347386"/>
              <a:ext cx="1875909" cy="720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200"/>
                <a:buFont typeface="Rockwell"/>
                <a:buNone/>
              </a:pPr>
              <a:r>
                <a:rPr b="0" i="0" lang="en-US" sz="1200" u="none" cap="none" strike="noStrike">
                  <a:solidFill>
                    <a:schemeClr val="dk1"/>
                  </a:solidFill>
                  <a:latin typeface="Rockwell"/>
                  <a:ea typeface="Rockwell"/>
                  <a:cs typeface="Rockwell"/>
                  <a:sym typeface="Rockwell"/>
                </a:rPr>
                <a:t>• World Cup stats are scattered across the internet</a:t>
              </a:r>
              <a:endParaRPr/>
            </a:p>
          </p:txBody>
        </p:sp>
        <p:sp>
          <p:nvSpPr>
            <p:cNvPr id="378" name="Google Shape;378;p2"/>
            <p:cNvSpPr/>
            <p:nvPr/>
          </p:nvSpPr>
          <p:spPr>
            <a:xfrm>
              <a:off x="2794567" y="227002"/>
              <a:ext cx="844159" cy="844159"/>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2"/>
            <p:cNvSpPr/>
            <p:nvPr/>
          </p:nvSpPr>
          <p:spPr>
            <a:xfrm>
              <a:off x="2278692" y="1347386"/>
              <a:ext cx="1875909" cy="72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2"/>
            <p:cNvSpPr txBox="1"/>
            <p:nvPr/>
          </p:nvSpPr>
          <p:spPr>
            <a:xfrm>
              <a:off x="2278692" y="1347386"/>
              <a:ext cx="1875909" cy="720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200"/>
                <a:buFont typeface="Rockwell"/>
                <a:buNone/>
              </a:pPr>
              <a:r>
                <a:rPr b="0" i="0" lang="en-US" sz="1200" u="none" cap="none" strike="noStrike">
                  <a:solidFill>
                    <a:schemeClr val="dk1"/>
                  </a:solidFill>
                  <a:latin typeface="Rockwell"/>
                  <a:ea typeface="Rockwell"/>
                  <a:cs typeface="Rockwell"/>
                  <a:sym typeface="Rockwell"/>
                </a:rPr>
                <a:t>• We wanted a single place where you can just ask questions in plain English</a:t>
              </a:r>
              <a:endParaRPr/>
            </a:p>
          </p:txBody>
        </p:sp>
        <p:sp>
          <p:nvSpPr>
            <p:cNvPr id="381" name="Google Shape;381;p2"/>
            <p:cNvSpPr/>
            <p:nvPr/>
          </p:nvSpPr>
          <p:spPr>
            <a:xfrm>
              <a:off x="590373" y="2536363"/>
              <a:ext cx="844159" cy="844159"/>
            </a:xfrm>
            <a:prstGeom prst="rect">
              <a:avLst/>
            </a:prstGeom>
            <a:blipFill rotWithShape="1">
              <a:blip r:embed="rId5">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
            <p:cNvSpPr/>
            <p:nvPr/>
          </p:nvSpPr>
          <p:spPr>
            <a:xfrm>
              <a:off x="74498" y="3656747"/>
              <a:ext cx="1875909" cy="72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2"/>
            <p:cNvSpPr txBox="1"/>
            <p:nvPr/>
          </p:nvSpPr>
          <p:spPr>
            <a:xfrm>
              <a:off x="74498" y="3656747"/>
              <a:ext cx="1875909" cy="720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200"/>
                <a:buFont typeface="Rockwell"/>
                <a:buNone/>
              </a:pPr>
              <a:r>
                <a:rPr b="0" i="0" lang="en-US" sz="1200" u="none" cap="none" strike="noStrike">
                  <a:solidFill>
                    <a:schemeClr val="dk1"/>
                  </a:solidFill>
                  <a:latin typeface="Rockwell"/>
                  <a:ea typeface="Rockwell"/>
                  <a:cs typeface="Rockwell"/>
                  <a:sym typeface="Rockwell"/>
                </a:rPr>
                <a:t>• 'What happened in the 2014 final?' → gets the actual result</a:t>
              </a:r>
              <a:endParaRPr/>
            </a:p>
          </p:txBody>
        </p:sp>
        <p:sp>
          <p:nvSpPr>
            <p:cNvPr id="384" name="Google Shape;384;p2"/>
            <p:cNvSpPr/>
            <p:nvPr/>
          </p:nvSpPr>
          <p:spPr>
            <a:xfrm>
              <a:off x="2794567" y="2536363"/>
              <a:ext cx="844159" cy="844159"/>
            </a:xfrm>
            <a:prstGeom prst="rect">
              <a:avLst/>
            </a:prstGeom>
            <a:blipFill rotWithShape="1">
              <a:blip r:embed="rId6">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2"/>
            <p:cNvSpPr/>
            <p:nvPr/>
          </p:nvSpPr>
          <p:spPr>
            <a:xfrm>
              <a:off x="2278692" y="3656747"/>
              <a:ext cx="1875909" cy="72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2"/>
            <p:cNvSpPr txBox="1"/>
            <p:nvPr/>
          </p:nvSpPr>
          <p:spPr>
            <a:xfrm>
              <a:off x="2278692" y="3656747"/>
              <a:ext cx="1875909" cy="720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200"/>
                <a:buFont typeface="Rockwell"/>
                <a:buNone/>
              </a:pPr>
              <a:r>
                <a:rPr b="0" i="0" lang="en-US" sz="1200" u="none" cap="none" strike="noStrike">
                  <a:solidFill>
                    <a:schemeClr val="dk1"/>
                  </a:solidFill>
                  <a:latin typeface="Rockwell"/>
                  <a:ea typeface="Rockwell"/>
                  <a:cs typeface="Rockwell"/>
                  <a:sym typeface="Rockwell"/>
                </a:rPr>
                <a:t>• 'Predict Brazil vs Germany' → gets a full report with stats</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391" name="Shape 391"/>
        <p:cNvGrpSpPr/>
        <p:nvPr/>
      </p:nvGrpSpPr>
      <p:grpSpPr>
        <a:xfrm>
          <a:off x="0" y="0"/>
          <a:ext cx="0" cy="0"/>
          <a:chOff x="0" y="0"/>
          <a:chExt cx="0" cy="0"/>
        </a:xfrm>
      </p:grpSpPr>
      <p:sp>
        <p:nvSpPr>
          <p:cNvPr id="392" name="Google Shape;392;p3"/>
          <p:cNvSpPr txBox="1"/>
          <p:nvPr>
            <p:ph type="title"/>
          </p:nvPr>
        </p:nvSpPr>
        <p:spPr>
          <a:xfrm>
            <a:off x="666473" y="2349925"/>
            <a:ext cx="2624234" cy="2456442"/>
          </a:xfrm>
          <a:prstGeom prst="rect">
            <a:avLst/>
          </a:prstGeom>
          <a:noFill/>
          <a:ln>
            <a:noFill/>
          </a:ln>
        </p:spPr>
        <p:txBody>
          <a:bodyPr anchorCtr="0" anchor="ctr" bIns="228600" lIns="228600" spcFirstLastPara="1" rIns="228600" wrap="square" tIns="228600">
            <a:normAutofit/>
          </a:bodyPr>
          <a:lstStyle/>
          <a:p>
            <a:pPr indent="0" lvl="0" marL="0" rtl="0" algn="ctr">
              <a:lnSpc>
                <a:spcPct val="85000"/>
              </a:lnSpc>
              <a:spcBef>
                <a:spcPts val="0"/>
              </a:spcBef>
              <a:spcAft>
                <a:spcPts val="0"/>
              </a:spcAft>
              <a:buClr>
                <a:srgbClr val="FFFEFF"/>
              </a:buClr>
              <a:buSzPts val="3200"/>
              <a:buFont typeface="Calibri"/>
              <a:buNone/>
            </a:pPr>
            <a:r>
              <a:rPr lang="en-US">
                <a:solidFill>
                  <a:srgbClr val="FFFEFF"/>
                </a:solidFill>
              </a:rPr>
              <a:t>Architecture</a:t>
            </a:r>
            <a:endParaRPr/>
          </a:p>
        </p:txBody>
      </p:sp>
      <p:grpSp>
        <p:nvGrpSpPr>
          <p:cNvPr id="393" name="Google Shape;393;p3"/>
          <p:cNvGrpSpPr/>
          <p:nvPr/>
        </p:nvGrpSpPr>
        <p:grpSpPr>
          <a:xfrm>
            <a:off x="4181167" y="971144"/>
            <a:ext cx="4366325" cy="4951981"/>
            <a:chOff x="0" y="167958"/>
            <a:chExt cx="4366325" cy="4951981"/>
          </a:xfrm>
        </p:grpSpPr>
        <p:sp>
          <p:nvSpPr>
            <p:cNvPr id="394" name="Google Shape;394;p3"/>
            <p:cNvSpPr/>
            <p:nvPr/>
          </p:nvSpPr>
          <p:spPr>
            <a:xfrm>
              <a:off x="0" y="167958"/>
              <a:ext cx="4366325" cy="1190475"/>
            </a:xfrm>
            <a:prstGeom prst="roundRect">
              <a:avLst>
                <a:gd fmla="val 16667" name="adj"/>
              </a:avLst>
            </a:prstGeom>
            <a:solidFill>
              <a:srgbClr val="FA7714"/>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3"/>
            <p:cNvSpPr txBox="1"/>
            <p:nvPr/>
          </p:nvSpPr>
          <p:spPr>
            <a:xfrm>
              <a:off x="58114" y="226072"/>
              <a:ext cx="4250097" cy="1074247"/>
            </a:xfrm>
            <a:prstGeom prst="rect">
              <a:avLst/>
            </a:prstGeom>
            <a:noFill/>
            <a:ln>
              <a:noFill/>
            </a:ln>
          </p:spPr>
          <p:txBody>
            <a:bodyPr anchorCtr="0" anchor="ctr" bIns="83800" lIns="83800" spcFirstLastPara="1" rIns="83800" wrap="square" tIns="83800">
              <a:noAutofit/>
            </a:bodyPr>
            <a:lstStyle/>
            <a:p>
              <a:pPr indent="0" lvl="0" marL="0" marR="0" rtl="0" algn="l">
                <a:lnSpc>
                  <a:spcPct val="90000"/>
                </a:lnSpc>
                <a:spcBef>
                  <a:spcPts val="0"/>
                </a:spcBef>
                <a:spcAft>
                  <a:spcPts val="0"/>
                </a:spcAft>
                <a:buClr>
                  <a:schemeClr val="lt1"/>
                </a:buClr>
                <a:buSzPts val="2200"/>
                <a:buFont typeface="Rockwell"/>
                <a:buNone/>
              </a:pPr>
              <a:r>
                <a:rPr b="0" i="0" lang="en-US" sz="2200" u="none" cap="none" strike="noStrike">
                  <a:solidFill>
                    <a:schemeClr val="lt1"/>
                  </a:solidFill>
                  <a:latin typeface="Rockwell"/>
                  <a:ea typeface="Rockwell"/>
                  <a:cs typeface="Rockwell"/>
                  <a:sym typeface="Rockwell"/>
                </a:rPr>
                <a:t>• User types a question</a:t>
              </a:r>
              <a:endParaRPr/>
            </a:p>
          </p:txBody>
        </p:sp>
        <p:sp>
          <p:nvSpPr>
            <p:cNvPr id="396" name="Google Shape;396;p3"/>
            <p:cNvSpPr/>
            <p:nvPr/>
          </p:nvSpPr>
          <p:spPr>
            <a:xfrm>
              <a:off x="0" y="1421793"/>
              <a:ext cx="4366325" cy="1190475"/>
            </a:xfrm>
            <a:prstGeom prst="roundRect">
              <a:avLst>
                <a:gd fmla="val 16667" name="adj"/>
              </a:avLst>
            </a:prstGeom>
            <a:solidFill>
              <a:srgbClr val="E7A321"/>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3"/>
            <p:cNvSpPr txBox="1"/>
            <p:nvPr/>
          </p:nvSpPr>
          <p:spPr>
            <a:xfrm>
              <a:off x="58114" y="1479907"/>
              <a:ext cx="4250097" cy="1074247"/>
            </a:xfrm>
            <a:prstGeom prst="rect">
              <a:avLst/>
            </a:prstGeom>
            <a:noFill/>
            <a:ln>
              <a:noFill/>
            </a:ln>
          </p:spPr>
          <p:txBody>
            <a:bodyPr anchorCtr="0" anchor="ctr" bIns="83800" lIns="83800" spcFirstLastPara="1" rIns="83800" wrap="square" tIns="83800">
              <a:noAutofit/>
            </a:bodyPr>
            <a:lstStyle/>
            <a:p>
              <a:pPr indent="0" lvl="0" marL="0" marR="0" rtl="0" algn="l">
                <a:lnSpc>
                  <a:spcPct val="90000"/>
                </a:lnSpc>
                <a:spcBef>
                  <a:spcPts val="0"/>
                </a:spcBef>
                <a:spcAft>
                  <a:spcPts val="0"/>
                </a:spcAft>
                <a:buClr>
                  <a:schemeClr val="lt1"/>
                </a:buClr>
                <a:buSzPts val="2200"/>
                <a:buFont typeface="Rockwell"/>
                <a:buNone/>
              </a:pPr>
              <a:r>
                <a:rPr b="0" i="0" lang="en-US" sz="2200" u="none" cap="none" strike="noStrike">
                  <a:solidFill>
                    <a:schemeClr val="lt1"/>
                  </a:solidFill>
                  <a:latin typeface="Rockwell"/>
                  <a:ea typeface="Rockwell"/>
                  <a:cs typeface="Rockwell"/>
                  <a:sym typeface="Rockwell"/>
                </a:rPr>
                <a:t>• LangChain ReAct Agent (Gemini 2.5 Flash) processes input</a:t>
              </a:r>
              <a:endParaRPr/>
            </a:p>
          </p:txBody>
        </p:sp>
        <p:sp>
          <p:nvSpPr>
            <p:cNvPr id="398" name="Google Shape;398;p3"/>
            <p:cNvSpPr/>
            <p:nvPr/>
          </p:nvSpPr>
          <p:spPr>
            <a:xfrm>
              <a:off x="0" y="2675629"/>
              <a:ext cx="4366325" cy="1190475"/>
            </a:xfrm>
            <a:prstGeom prst="roundRect">
              <a:avLst>
                <a:gd fmla="val 16667" name="adj"/>
              </a:avLst>
            </a:prstGeom>
            <a:solidFill>
              <a:srgbClr val="D3C130"/>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3"/>
            <p:cNvSpPr txBox="1"/>
            <p:nvPr/>
          </p:nvSpPr>
          <p:spPr>
            <a:xfrm>
              <a:off x="58114" y="2733743"/>
              <a:ext cx="4250097" cy="1074247"/>
            </a:xfrm>
            <a:prstGeom prst="rect">
              <a:avLst/>
            </a:prstGeom>
            <a:noFill/>
            <a:ln>
              <a:noFill/>
            </a:ln>
          </p:spPr>
          <p:txBody>
            <a:bodyPr anchorCtr="0" anchor="ctr" bIns="83800" lIns="83800" spcFirstLastPara="1" rIns="83800" wrap="square" tIns="83800">
              <a:noAutofit/>
            </a:bodyPr>
            <a:lstStyle/>
            <a:p>
              <a:pPr indent="0" lvl="0" marL="0" marR="0" rtl="0" algn="l">
                <a:lnSpc>
                  <a:spcPct val="90000"/>
                </a:lnSpc>
                <a:spcBef>
                  <a:spcPts val="0"/>
                </a:spcBef>
                <a:spcAft>
                  <a:spcPts val="0"/>
                </a:spcAft>
                <a:buClr>
                  <a:schemeClr val="lt1"/>
                </a:buClr>
                <a:buSzPts val="2200"/>
                <a:buFont typeface="Rockwell"/>
                <a:buNone/>
              </a:pPr>
              <a:r>
                <a:rPr b="0" i="0" lang="en-US" sz="2200" u="none" cap="none" strike="noStrike">
                  <a:solidFill>
                    <a:schemeClr val="lt1"/>
                  </a:solidFill>
                  <a:latin typeface="Rockwell"/>
                  <a:ea typeface="Rockwell"/>
                  <a:cs typeface="Rockwell"/>
                  <a:sym typeface="Rockwell"/>
                </a:rPr>
                <a:t>• Agent routes to 6 distinct tools (Discovery, Ingestion, Retrieval, Reasoning, Synthesis, Report)</a:t>
              </a:r>
              <a:endParaRPr/>
            </a:p>
          </p:txBody>
        </p:sp>
        <p:sp>
          <p:nvSpPr>
            <p:cNvPr id="400" name="Google Shape;400;p3"/>
            <p:cNvSpPr/>
            <p:nvPr/>
          </p:nvSpPr>
          <p:spPr>
            <a:xfrm>
              <a:off x="0" y="3929464"/>
              <a:ext cx="4366325" cy="1190475"/>
            </a:xfrm>
            <a:prstGeom prst="roundRect">
              <a:avLst>
                <a:gd fmla="val 16667" name="adj"/>
              </a:avLst>
            </a:prstGeom>
            <a:solidFill>
              <a:srgbClr val="ADBD40"/>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3"/>
            <p:cNvSpPr txBox="1"/>
            <p:nvPr/>
          </p:nvSpPr>
          <p:spPr>
            <a:xfrm>
              <a:off x="58114" y="3987578"/>
              <a:ext cx="4250097" cy="1074247"/>
            </a:xfrm>
            <a:prstGeom prst="rect">
              <a:avLst/>
            </a:prstGeom>
            <a:noFill/>
            <a:ln>
              <a:noFill/>
            </a:ln>
          </p:spPr>
          <p:txBody>
            <a:bodyPr anchorCtr="0" anchor="ctr" bIns="83800" lIns="83800" spcFirstLastPara="1" rIns="83800" wrap="square" tIns="83800">
              <a:noAutofit/>
            </a:bodyPr>
            <a:lstStyle/>
            <a:p>
              <a:pPr indent="0" lvl="0" marL="0" marR="0" rtl="0" algn="l">
                <a:lnSpc>
                  <a:spcPct val="90000"/>
                </a:lnSpc>
                <a:spcBef>
                  <a:spcPts val="0"/>
                </a:spcBef>
                <a:spcAft>
                  <a:spcPts val="0"/>
                </a:spcAft>
                <a:buClr>
                  <a:schemeClr val="lt1"/>
                </a:buClr>
                <a:buSzPts val="2200"/>
                <a:buFont typeface="Rockwell"/>
                <a:buNone/>
              </a:pPr>
              <a:r>
                <a:rPr b="0" i="0" lang="en-US" sz="2200" u="none" cap="none" strike="noStrike">
                  <a:solidFill>
                    <a:schemeClr val="lt1"/>
                  </a:solidFill>
                  <a:latin typeface="Rockwell"/>
                  <a:ea typeface="Rockwell"/>
                  <a:cs typeface="Rockwell"/>
                  <a:sym typeface="Rockwell"/>
                </a:rPr>
                <a:t>• ConversationBufferMemory remembers user preferences</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406" name="Shape 406"/>
        <p:cNvGrpSpPr/>
        <p:nvPr/>
      </p:nvGrpSpPr>
      <p:grpSpPr>
        <a:xfrm>
          <a:off x="0" y="0"/>
          <a:ext cx="0" cy="0"/>
          <a:chOff x="0" y="0"/>
          <a:chExt cx="0" cy="0"/>
        </a:xfrm>
      </p:grpSpPr>
      <p:sp>
        <p:nvSpPr>
          <p:cNvPr id="407" name="Google Shape;407;p4"/>
          <p:cNvSpPr txBox="1"/>
          <p:nvPr>
            <p:ph type="title"/>
          </p:nvPr>
        </p:nvSpPr>
        <p:spPr>
          <a:xfrm>
            <a:off x="666473" y="2349925"/>
            <a:ext cx="2624234" cy="2456442"/>
          </a:xfrm>
          <a:prstGeom prst="rect">
            <a:avLst/>
          </a:prstGeom>
          <a:noFill/>
          <a:ln>
            <a:noFill/>
          </a:ln>
        </p:spPr>
        <p:txBody>
          <a:bodyPr anchorCtr="0" anchor="ctr" bIns="228600" lIns="228600" spcFirstLastPara="1" rIns="228600" wrap="square" tIns="228600">
            <a:normAutofit/>
          </a:bodyPr>
          <a:lstStyle/>
          <a:p>
            <a:pPr indent="0" lvl="0" marL="0" rtl="0" algn="ctr">
              <a:lnSpc>
                <a:spcPct val="85000"/>
              </a:lnSpc>
              <a:spcBef>
                <a:spcPts val="0"/>
              </a:spcBef>
              <a:spcAft>
                <a:spcPts val="0"/>
              </a:spcAft>
              <a:buClr>
                <a:srgbClr val="FFFEFF"/>
              </a:buClr>
              <a:buSzPts val="3200"/>
              <a:buFont typeface="Calibri"/>
              <a:buNone/>
            </a:pPr>
            <a:r>
              <a:rPr lang="en-US"/>
              <a:t>Data Pipeline</a:t>
            </a:r>
            <a:endParaRPr/>
          </a:p>
        </p:txBody>
      </p:sp>
      <p:grpSp>
        <p:nvGrpSpPr>
          <p:cNvPr id="408" name="Google Shape;408;p4"/>
          <p:cNvGrpSpPr/>
          <p:nvPr/>
        </p:nvGrpSpPr>
        <p:grpSpPr>
          <a:xfrm>
            <a:off x="4181167" y="803186"/>
            <a:ext cx="4366325" cy="5287897"/>
            <a:chOff x="0" y="0"/>
            <a:chExt cx="4366325" cy="5287897"/>
          </a:xfrm>
        </p:grpSpPr>
        <p:cxnSp>
          <p:nvCxnSpPr>
            <p:cNvPr id="409" name="Google Shape;409;p4"/>
            <p:cNvCxnSpPr/>
            <p:nvPr/>
          </p:nvCxnSpPr>
          <p:spPr>
            <a:xfrm>
              <a:off x="0" y="0"/>
              <a:ext cx="4366325" cy="0"/>
            </a:xfrm>
            <a:prstGeom prst="straightConnector1">
              <a:avLst/>
            </a:prstGeom>
            <a:solidFill>
              <a:srgbClr val="FA7714"/>
            </a:solidFill>
            <a:ln cap="flat" cmpd="sng" w="15875">
              <a:solidFill>
                <a:srgbClr val="FA7714"/>
              </a:solidFill>
              <a:prstDash val="solid"/>
              <a:round/>
              <a:headEnd len="sm" w="sm" type="none"/>
              <a:tailEnd len="sm" w="sm" type="none"/>
            </a:ln>
          </p:spPr>
        </p:cxnSp>
        <p:sp>
          <p:nvSpPr>
            <p:cNvPr id="410" name="Google Shape;410;p4"/>
            <p:cNvSpPr/>
            <p:nvPr/>
          </p:nvSpPr>
          <p:spPr>
            <a:xfrm>
              <a:off x="0" y="0"/>
              <a:ext cx="4366325" cy="132197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4"/>
            <p:cNvSpPr txBox="1"/>
            <p:nvPr/>
          </p:nvSpPr>
          <p:spPr>
            <a:xfrm>
              <a:off x="0" y="0"/>
              <a:ext cx="4366325" cy="1321974"/>
            </a:xfrm>
            <a:prstGeom prst="rect">
              <a:avLst/>
            </a:prstGeom>
            <a:noFill/>
            <a:ln>
              <a:noFill/>
            </a:ln>
          </p:spPr>
          <p:txBody>
            <a:bodyPr anchorCtr="0" anchor="t" bIns="102850" lIns="102850" spcFirstLastPara="1" rIns="102850" wrap="square" tIns="102850">
              <a:noAutofit/>
            </a:bodyPr>
            <a:lstStyle/>
            <a:p>
              <a:pPr indent="0" lvl="0" marL="0" marR="0" rtl="0" algn="l">
                <a:lnSpc>
                  <a:spcPct val="90000"/>
                </a:lnSpc>
                <a:spcBef>
                  <a:spcPts val="0"/>
                </a:spcBef>
                <a:spcAft>
                  <a:spcPts val="0"/>
                </a:spcAft>
                <a:buClr>
                  <a:schemeClr val="lt1"/>
                </a:buClr>
                <a:buSzPts val="2700"/>
                <a:buFont typeface="Rockwell"/>
                <a:buNone/>
              </a:pPr>
              <a:r>
                <a:rPr b="0" i="0" lang="en-US" sz="2700" u="none" cap="none" strike="noStrike">
                  <a:solidFill>
                    <a:schemeClr val="lt1"/>
                  </a:solidFill>
                  <a:latin typeface="Rockwell"/>
                  <a:ea typeface="Rockwell"/>
                  <a:cs typeface="Rockwell"/>
                  <a:sym typeface="Rockwell"/>
                </a:rPr>
                <a:t>• Source: International Football Results (GitHub/Kaggle)</a:t>
              </a:r>
              <a:endParaRPr/>
            </a:p>
          </p:txBody>
        </p:sp>
        <p:cxnSp>
          <p:nvCxnSpPr>
            <p:cNvPr id="412" name="Google Shape;412;p4"/>
            <p:cNvCxnSpPr/>
            <p:nvPr/>
          </p:nvCxnSpPr>
          <p:spPr>
            <a:xfrm>
              <a:off x="0" y="1321974"/>
              <a:ext cx="4366325" cy="0"/>
            </a:xfrm>
            <a:prstGeom prst="straightConnector1">
              <a:avLst/>
            </a:prstGeom>
            <a:solidFill>
              <a:srgbClr val="E7A321"/>
            </a:solidFill>
            <a:ln cap="flat" cmpd="sng" w="15875">
              <a:solidFill>
                <a:srgbClr val="E7A321"/>
              </a:solidFill>
              <a:prstDash val="solid"/>
              <a:round/>
              <a:headEnd len="sm" w="sm" type="none"/>
              <a:tailEnd len="sm" w="sm" type="none"/>
            </a:ln>
          </p:spPr>
        </p:cxnSp>
        <p:sp>
          <p:nvSpPr>
            <p:cNvPr id="413" name="Google Shape;413;p4"/>
            <p:cNvSpPr/>
            <p:nvPr/>
          </p:nvSpPr>
          <p:spPr>
            <a:xfrm>
              <a:off x="0" y="1321974"/>
              <a:ext cx="4366325" cy="132197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4"/>
            <p:cNvSpPr txBox="1"/>
            <p:nvPr/>
          </p:nvSpPr>
          <p:spPr>
            <a:xfrm>
              <a:off x="0" y="1321974"/>
              <a:ext cx="4366325" cy="1321974"/>
            </a:xfrm>
            <a:prstGeom prst="rect">
              <a:avLst/>
            </a:prstGeom>
            <a:noFill/>
            <a:ln>
              <a:noFill/>
            </a:ln>
          </p:spPr>
          <p:txBody>
            <a:bodyPr anchorCtr="0" anchor="t" bIns="102850" lIns="102850" spcFirstLastPara="1" rIns="102850" wrap="square" tIns="102850">
              <a:noAutofit/>
            </a:bodyPr>
            <a:lstStyle/>
            <a:p>
              <a:pPr indent="0" lvl="0" marL="0" marR="0" rtl="0" algn="l">
                <a:lnSpc>
                  <a:spcPct val="90000"/>
                </a:lnSpc>
                <a:spcBef>
                  <a:spcPts val="0"/>
                </a:spcBef>
                <a:spcAft>
                  <a:spcPts val="0"/>
                </a:spcAft>
                <a:buClr>
                  <a:schemeClr val="lt1"/>
                </a:buClr>
                <a:buSzPts val="2700"/>
                <a:buFont typeface="Rockwell"/>
                <a:buNone/>
              </a:pPr>
              <a:r>
                <a:rPr b="0" i="0" lang="en-US" sz="2700" u="none" cap="none" strike="noStrike">
                  <a:solidFill>
                    <a:schemeClr val="lt1"/>
                  </a:solidFill>
                  <a:latin typeface="Rockwell"/>
                  <a:ea typeface="Rockwell"/>
                  <a:cs typeface="Rockwell"/>
                  <a:sym typeface="Rockwell"/>
                </a:rPr>
                <a:t>• 49,000 total matches → filtered to 964 World Cup matches</a:t>
              </a:r>
              <a:endParaRPr/>
            </a:p>
          </p:txBody>
        </p:sp>
        <p:cxnSp>
          <p:nvCxnSpPr>
            <p:cNvPr id="415" name="Google Shape;415;p4"/>
            <p:cNvCxnSpPr/>
            <p:nvPr/>
          </p:nvCxnSpPr>
          <p:spPr>
            <a:xfrm>
              <a:off x="0" y="2643948"/>
              <a:ext cx="4366325" cy="0"/>
            </a:xfrm>
            <a:prstGeom prst="straightConnector1">
              <a:avLst/>
            </a:prstGeom>
            <a:solidFill>
              <a:srgbClr val="D3C130"/>
            </a:solidFill>
            <a:ln cap="flat" cmpd="sng" w="15875">
              <a:solidFill>
                <a:srgbClr val="D3C130"/>
              </a:solidFill>
              <a:prstDash val="solid"/>
              <a:round/>
              <a:headEnd len="sm" w="sm" type="none"/>
              <a:tailEnd len="sm" w="sm" type="none"/>
            </a:ln>
          </p:spPr>
        </p:cxnSp>
        <p:sp>
          <p:nvSpPr>
            <p:cNvPr id="416" name="Google Shape;416;p4"/>
            <p:cNvSpPr/>
            <p:nvPr/>
          </p:nvSpPr>
          <p:spPr>
            <a:xfrm>
              <a:off x="0" y="2643948"/>
              <a:ext cx="4366325" cy="132197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4"/>
            <p:cNvSpPr txBox="1"/>
            <p:nvPr/>
          </p:nvSpPr>
          <p:spPr>
            <a:xfrm>
              <a:off x="0" y="2643948"/>
              <a:ext cx="4366325" cy="1321974"/>
            </a:xfrm>
            <a:prstGeom prst="rect">
              <a:avLst/>
            </a:prstGeom>
            <a:noFill/>
            <a:ln>
              <a:noFill/>
            </a:ln>
          </p:spPr>
          <p:txBody>
            <a:bodyPr anchorCtr="0" anchor="t" bIns="102850" lIns="102850" spcFirstLastPara="1" rIns="102850" wrap="square" tIns="102850">
              <a:noAutofit/>
            </a:bodyPr>
            <a:lstStyle/>
            <a:p>
              <a:pPr indent="0" lvl="0" marL="0" marR="0" rtl="0" algn="l">
                <a:lnSpc>
                  <a:spcPct val="90000"/>
                </a:lnSpc>
                <a:spcBef>
                  <a:spcPts val="0"/>
                </a:spcBef>
                <a:spcAft>
                  <a:spcPts val="0"/>
                </a:spcAft>
                <a:buClr>
                  <a:schemeClr val="lt1"/>
                </a:buClr>
                <a:buSzPts val="2700"/>
                <a:buFont typeface="Rockwell"/>
                <a:buNone/>
              </a:pPr>
              <a:r>
                <a:rPr b="0" i="0" lang="en-US" sz="2700" u="none" cap="none" strike="noStrike">
                  <a:solidFill>
                    <a:schemeClr val="lt1"/>
                  </a:solidFill>
                  <a:latin typeface="Rockwell"/>
                  <a:ea typeface="Rockwell"/>
                  <a:cs typeface="Rockwell"/>
                  <a:sym typeface="Rockwell"/>
                </a:rPr>
                <a:t>• Each match converted to text → embedded → stored in FAISS</a:t>
              </a:r>
              <a:endParaRPr/>
            </a:p>
          </p:txBody>
        </p:sp>
        <p:cxnSp>
          <p:nvCxnSpPr>
            <p:cNvPr id="418" name="Google Shape;418;p4"/>
            <p:cNvCxnSpPr/>
            <p:nvPr/>
          </p:nvCxnSpPr>
          <p:spPr>
            <a:xfrm>
              <a:off x="0" y="3965923"/>
              <a:ext cx="4366325" cy="0"/>
            </a:xfrm>
            <a:prstGeom prst="straightConnector1">
              <a:avLst/>
            </a:prstGeom>
            <a:solidFill>
              <a:srgbClr val="ADBD40"/>
            </a:solidFill>
            <a:ln cap="flat" cmpd="sng" w="15875">
              <a:solidFill>
                <a:srgbClr val="ADBD40"/>
              </a:solidFill>
              <a:prstDash val="solid"/>
              <a:round/>
              <a:headEnd len="sm" w="sm" type="none"/>
              <a:tailEnd len="sm" w="sm" type="none"/>
            </a:ln>
          </p:spPr>
        </p:cxnSp>
        <p:sp>
          <p:nvSpPr>
            <p:cNvPr id="419" name="Google Shape;419;p4"/>
            <p:cNvSpPr/>
            <p:nvPr/>
          </p:nvSpPr>
          <p:spPr>
            <a:xfrm>
              <a:off x="0" y="3965923"/>
              <a:ext cx="4366325" cy="132197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4"/>
            <p:cNvSpPr txBox="1"/>
            <p:nvPr/>
          </p:nvSpPr>
          <p:spPr>
            <a:xfrm>
              <a:off x="0" y="3965923"/>
              <a:ext cx="4366325" cy="1321974"/>
            </a:xfrm>
            <a:prstGeom prst="rect">
              <a:avLst/>
            </a:prstGeom>
            <a:noFill/>
            <a:ln>
              <a:noFill/>
            </a:ln>
          </p:spPr>
          <p:txBody>
            <a:bodyPr anchorCtr="0" anchor="t" bIns="102850" lIns="102850" spcFirstLastPara="1" rIns="102850" wrap="square" tIns="102850">
              <a:noAutofit/>
            </a:bodyPr>
            <a:lstStyle/>
            <a:p>
              <a:pPr indent="0" lvl="0" marL="0" marR="0" rtl="0" algn="l">
                <a:lnSpc>
                  <a:spcPct val="90000"/>
                </a:lnSpc>
                <a:spcBef>
                  <a:spcPts val="0"/>
                </a:spcBef>
                <a:spcAft>
                  <a:spcPts val="0"/>
                </a:spcAft>
                <a:buClr>
                  <a:schemeClr val="lt1"/>
                </a:buClr>
                <a:buSzPts val="2700"/>
                <a:buFont typeface="Rockwell"/>
                <a:buNone/>
              </a:pPr>
              <a:r>
                <a:rPr b="0" i="0" lang="en-US" sz="2700" u="none" cap="none" strike="noStrike">
                  <a:solidFill>
                    <a:schemeClr val="lt1"/>
                  </a:solidFill>
                  <a:latin typeface="Rockwell"/>
                  <a:ea typeface="Rockwell"/>
                  <a:cs typeface="Rockwell"/>
                  <a:sym typeface="Rockwell"/>
                </a:rPr>
                <a:t>• Auto-downloads on first run, FAISS index cached to disk</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425" name="Shape 425"/>
        <p:cNvGrpSpPr/>
        <p:nvPr/>
      </p:nvGrpSpPr>
      <p:grpSpPr>
        <a:xfrm>
          <a:off x="0" y="0"/>
          <a:ext cx="0" cy="0"/>
          <a:chOff x="0" y="0"/>
          <a:chExt cx="0" cy="0"/>
        </a:xfrm>
      </p:grpSpPr>
      <p:sp>
        <p:nvSpPr>
          <p:cNvPr id="426" name="Google Shape;426;p5"/>
          <p:cNvSpPr txBox="1"/>
          <p:nvPr>
            <p:ph type="title"/>
          </p:nvPr>
        </p:nvSpPr>
        <p:spPr>
          <a:xfrm>
            <a:off x="666472" y="4760132"/>
            <a:ext cx="3735662" cy="1777829"/>
          </a:xfrm>
          <a:prstGeom prst="rect">
            <a:avLst/>
          </a:prstGeom>
          <a:noFill/>
          <a:ln>
            <a:noFill/>
          </a:ln>
        </p:spPr>
        <p:txBody>
          <a:bodyPr anchorCtr="0" anchor="ctr" bIns="228600" lIns="228600" spcFirstLastPara="1" rIns="228600" wrap="square" tIns="228600">
            <a:normAutofit/>
          </a:bodyPr>
          <a:lstStyle/>
          <a:p>
            <a:pPr indent="0" lvl="0" marL="0" rtl="0" algn="r">
              <a:lnSpc>
                <a:spcPct val="85000"/>
              </a:lnSpc>
              <a:spcBef>
                <a:spcPts val="0"/>
              </a:spcBef>
              <a:spcAft>
                <a:spcPts val="0"/>
              </a:spcAft>
              <a:buClr>
                <a:schemeClr val="lt1"/>
              </a:buClr>
              <a:buSzPts val="3200"/>
              <a:buFont typeface="Calibri"/>
              <a:buNone/>
            </a:pPr>
            <a:r>
              <a:rPr lang="en-US">
                <a:solidFill>
                  <a:schemeClr val="lt1"/>
                </a:solidFill>
              </a:rPr>
              <a:t>Demo — Historical Queries</a:t>
            </a:r>
            <a:endParaRPr/>
          </a:p>
        </p:txBody>
      </p:sp>
      <p:grpSp>
        <p:nvGrpSpPr>
          <p:cNvPr id="427" name="Google Shape;427;p5"/>
          <p:cNvGrpSpPr/>
          <p:nvPr/>
        </p:nvGrpSpPr>
        <p:grpSpPr>
          <a:xfrm>
            <a:off x="4744186" y="4768028"/>
            <a:ext cx="3805316" cy="1769562"/>
            <a:chOff x="736" y="368"/>
            <a:chExt cx="3805316" cy="1769562"/>
          </a:xfrm>
        </p:grpSpPr>
        <p:sp>
          <p:nvSpPr>
            <p:cNvPr id="428" name="Google Shape;428;p5"/>
            <p:cNvSpPr/>
            <p:nvPr/>
          </p:nvSpPr>
          <p:spPr>
            <a:xfrm rot="-5400000">
              <a:off x="736" y="368"/>
              <a:ext cx="1769562" cy="1769562"/>
            </a:xfrm>
            <a:prstGeom prst="upArrow">
              <a:avLst>
                <a:gd fmla="val 50000" name="adj1"/>
                <a:gd fmla="val 35000" name="adj2"/>
              </a:avLst>
            </a:prstGeom>
            <a:gradFill>
              <a:gsLst>
                <a:gs pos="0">
                  <a:srgbClr val="FE802E"/>
                </a:gs>
                <a:gs pos="69000">
                  <a:srgbClr val="EA5F00"/>
                </a:gs>
                <a:gs pos="100000">
                  <a:srgbClr val="DC5800"/>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5"/>
            <p:cNvSpPr txBox="1"/>
            <p:nvPr/>
          </p:nvSpPr>
          <p:spPr>
            <a:xfrm>
              <a:off x="310409" y="442758"/>
              <a:ext cx="1459889" cy="884781"/>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Clr>
                  <a:schemeClr val="lt1"/>
                </a:buClr>
                <a:buSzPts val="1500"/>
                <a:buFont typeface="Rockwell"/>
                <a:buNone/>
              </a:pPr>
              <a:r>
                <a:rPr b="0" i="0" lang="en-US" sz="1500" u="none" cap="none" strike="noStrike">
                  <a:solidFill>
                    <a:schemeClr val="lt1"/>
                  </a:solidFill>
                  <a:latin typeface="Rockwell"/>
                  <a:ea typeface="Rockwell"/>
                  <a:cs typeface="Rockwell"/>
                  <a:sym typeface="Rockwell"/>
                </a:rPr>
                <a:t>Dataset Discovery</a:t>
              </a:r>
              <a:endParaRPr/>
            </a:p>
          </p:txBody>
        </p:sp>
        <p:sp>
          <p:nvSpPr>
            <p:cNvPr id="430" name="Google Shape;430;p5"/>
            <p:cNvSpPr/>
            <p:nvPr/>
          </p:nvSpPr>
          <p:spPr>
            <a:xfrm rot="5400000">
              <a:off x="2036490" y="368"/>
              <a:ext cx="1769562" cy="1769562"/>
            </a:xfrm>
            <a:prstGeom prst="upArrow">
              <a:avLst>
                <a:gd fmla="val 50000" name="adj1"/>
                <a:gd fmla="val 35000" name="adj2"/>
              </a:avLst>
            </a:prstGeom>
            <a:gradFill>
              <a:gsLst>
                <a:gs pos="0">
                  <a:srgbClr val="B6C64D"/>
                </a:gs>
                <a:gs pos="69000">
                  <a:srgbClr val="9DAF25"/>
                </a:gs>
                <a:gs pos="100000">
                  <a:srgbClr val="90A022"/>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5"/>
            <p:cNvSpPr txBox="1"/>
            <p:nvPr/>
          </p:nvSpPr>
          <p:spPr>
            <a:xfrm>
              <a:off x="2036490" y="442759"/>
              <a:ext cx="1459889" cy="884781"/>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Clr>
                  <a:schemeClr val="lt1"/>
                </a:buClr>
                <a:buSzPts val="1500"/>
                <a:buFont typeface="Rockwell"/>
                <a:buNone/>
              </a:pPr>
              <a:r>
                <a:rPr b="0" i="0" lang="en-US" sz="1500" u="none" cap="none" strike="noStrike">
                  <a:solidFill>
                    <a:schemeClr val="lt1"/>
                  </a:solidFill>
                  <a:latin typeface="Rockwell"/>
                  <a:ea typeface="Rockwell"/>
                  <a:cs typeface="Rockwell"/>
                  <a:sym typeface="Rockwell"/>
                </a:rPr>
                <a:t>2014 World Cup Final RAG Retrieval</a:t>
              </a:r>
              <a:endParaRPr/>
            </a:p>
          </p:txBody>
        </p:sp>
      </p:grpSp>
      <p:pic>
        <p:nvPicPr>
          <p:cNvPr id="432" name="Google Shape;432;p5" title="Screenshot 2026-02-26 at 4.07.50 PM.png"/>
          <p:cNvPicPr preferRelativeResize="0"/>
          <p:nvPr/>
        </p:nvPicPr>
        <p:blipFill>
          <a:blip r:embed="rId3">
            <a:alphaModFix/>
          </a:blip>
          <a:stretch>
            <a:fillRect/>
          </a:stretch>
        </p:blipFill>
        <p:spPr>
          <a:xfrm>
            <a:off x="243775" y="497300"/>
            <a:ext cx="4254100" cy="3187726"/>
          </a:xfrm>
          <a:prstGeom prst="rect">
            <a:avLst/>
          </a:prstGeom>
          <a:noFill/>
          <a:ln>
            <a:noFill/>
          </a:ln>
        </p:spPr>
      </p:pic>
      <p:pic>
        <p:nvPicPr>
          <p:cNvPr id="433" name="Google Shape;433;p5" title="Screenshot 2026-02-26 at 4.09.10 PM.png"/>
          <p:cNvPicPr preferRelativeResize="0"/>
          <p:nvPr/>
        </p:nvPicPr>
        <p:blipFill>
          <a:blip r:embed="rId4">
            <a:alphaModFix/>
          </a:blip>
          <a:stretch>
            <a:fillRect/>
          </a:stretch>
        </p:blipFill>
        <p:spPr>
          <a:xfrm>
            <a:off x="4572000" y="497300"/>
            <a:ext cx="4328223" cy="318772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438" name="Shape 438"/>
        <p:cNvGrpSpPr/>
        <p:nvPr/>
      </p:nvGrpSpPr>
      <p:grpSpPr>
        <a:xfrm>
          <a:off x="0" y="0"/>
          <a:ext cx="0" cy="0"/>
          <a:chOff x="0" y="0"/>
          <a:chExt cx="0" cy="0"/>
        </a:xfrm>
      </p:grpSpPr>
      <p:sp>
        <p:nvSpPr>
          <p:cNvPr id="439" name="Google Shape;439;p6"/>
          <p:cNvSpPr txBox="1"/>
          <p:nvPr>
            <p:ph type="title"/>
          </p:nvPr>
        </p:nvSpPr>
        <p:spPr>
          <a:xfrm>
            <a:off x="666472" y="4760132"/>
            <a:ext cx="3735662" cy="1777829"/>
          </a:xfrm>
          <a:prstGeom prst="rect">
            <a:avLst/>
          </a:prstGeom>
          <a:noFill/>
          <a:ln>
            <a:noFill/>
          </a:ln>
        </p:spPr>
        <p:txBody>
          <a:bodyPr anchorCtr="0" anchor="ctr" bIns="228600" lIns="228600" spcFirstLastPara="1" rIns="228600" wrap="square" tIns="228600">
            <a:normAutofit/>
          </a:bodyPr>
          <a:lstStyle/>
          <a:p>
            <a:pPr indent="0" lvl="0" marL="0" rtl="0" algn="r">
              <a:lnSpc>
                <a:spcPct val="85000"/>
              </a:lnSpc>
              <a:spcBef>
                <a:spcPts val="0"/>
              </a:spcBef>
              <a:spcAft>
                <a:spcPts val="0"/>
              </a:spcAft>
              <a:buClr>
                <a:schemeClr val="lt1"/>
              </a:buClr>
              <a:buSzPts val="3200"/>
              <a:buFont typeface="Calibri"/>
              <a:buNone/>
            </a:pPr>
            <a:r>
              <a:rPr lang="en-US">
                <a:solidFill>
                  <a:schemeClr val="lt1"/>
                </a:solidFill>
              </a:rPr>
              <a:t>Demo — Predictions &amp; Memory</a:t>
            </a:r>
            <a:endParaRPr/>
          </a:p>
        </p:txBody>
      </p:sp>
      <p:grpSp>
        <p:nvGrpSpPr>
          <p:cNvPr id="440" name="Google Shape;440;p6"/>
          <p:cNvGrpSpPr/>
          <p:nvPr/>
        </p:nvGrpSpPr>
        <p:grpSpPr>
          <a:xfrm>
            <a:off x="4743450" y="5055333"/>
            <a:ext cx="3806790" cy="1194952"/>
            <a:chOff x="0" y="287673"/>
            <a:chExt cx="3806790" cy="1194952"/>
          </a:xfrm>
        </p:grpSpPr>
        <p:sp>
          <p:nvSpPr>
            <p:cNvPr id="441" name="Google Shape;441;p6"/>
            <p:cNvSpPr/>
            <p:nvPr/>
          </p:nvSpPr>
          <p:spPr>
            <a:xfrm>
              <a:off x="0" y="287673"/>
              <a:ext cx="3806790" cy="531089"/>
            </a:xfrm>
            <a:prstGeom prst="roundRect">
              <a:avLst>
                <a:gd fmla="val 10000" name="adj"/>
              </a:avLst>
            </a:prstGeom>
            <a:solidFill>
              <a:srgbClr val="3895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6"/>
            <p:cNvSpPr/>
            <p:nvPr/>
          </p:nvSpPr>
          <p:spPr>
            <a:xfrm>
              <a:off x="160654" y="407169"/>
              <a:ext cx="292099" cy="292099"/>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6"/>
            <p:cNvSpPr/>
            <p:nvPr/>
          </p:nvSpPr>
          <p:spPr>
            <a:xfrm>
              <a:off x="613408" y="287673"/>
              <a:ext cx="3193381" cy="531089"/>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6"/>
            <p:cNvSpPr txBox="1"/>
            <p:nvPr/>
          </p:nvSpPr>
          <p:spPr>
            <a:xfrm>
              <a:off x="613408" y="287673"/>
              <a:ext cx="3193381" cy="531089"/>
            </a:xfrm>
            <a:prstGeom prst="rect">
              <a:avLst/>
            </a:prstGeom>
            <a:noFill/>
            <a:ln>
              <a:noFill/>
            </a:ln>
          </p:spPr>
          <p:txBody>
            <a:bodyPr anchorCtr="0" anchor="ctr" bIns="56200" lIns="56200" spcFirstLastPara="1" rIns="56200" wrap="square" tIns="56200">
              <a:noAutofit/>
            </a:bodyPr>
            <a:lstStyle/>
            <a:p>
              <a:pPr indent="0" lvl="0" marL="0" marR="0" rtl="0" algn="l">
                <a:lnSpc>
                  <a:spcPct val="100000"/>
                </a:lnSpc>
                <a:spcBef>
                  <a:spcPts val="0"/>
                </a:spcBef>
                <a:spcAft>
                  <a:spcPts val="0"/>
                </a:spcAft>
                <a:buClr>
                  <a:schemeClr val="lt1"/>
                </a:buClr>
                <a:buSzPts val="1400"/>
                <a:buFont typeface="Rockwell"/>
                <a:buNone/>
              </a:pPr>
              <a:r>
                <a:rPr b="0" i="0" lang="en-US" sz="1400" u="none" cap="none" strike="noStrike">
                  <a:solidFill>
                    <a:schemeClr val="lt1"/>
                  </a:solidFill>
                  <a:latin typeface="Rockwell"/>
                  <a:ea typeface="Rockwell"/>
                  <a:cs typeface="Rockwell"/>
                  <a:sym typeface="Rockwell"/>
                </a:rPr>
                <a:t>Brazil vs Germany Prediction Report</a:t>
              </a:r>
              <a:endParaRPr/>
            </a:p>
          </p:txBody>
        </p:sp>
        <p:sp>
          <p:nvSpPr>
            <p:cNvPr id="445" name="Google Shape;445;p6"/>
            <p:cNvSpPr/>
            <p:nvPr/>
          </p:nvSpPr>
          <p:spPr>
            <a:xfrm>
              <a:off x="0" y="951536"/>
              <a:ext cx="3806790" cy="531089"/>
            </a:xfrm>
            <a:prstGeom prst="roundRect">
              <a:avLst>
                <a:gd fmla="val 10000" name="adj"/>
              </a:avLst>
            </a:prstGeom>
            <a:solidFill>
              <a:srgbClr val="3895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6"/>
            <p:cNvSpPr/>
            <p:nvPr/>
          </p:nvSpPr>
          <p:spPr>
            <a:xfrm>
              <a:off x="160654" y="1071031"/>
              <a:ext cx="292099" cy="292099"/>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6"/>
            <p:cNvSpPr/>
            <p:nvPr/>
          </p:nvSpPr>
          <p:spPr>
            <a:xfrm>
              <a:off x="613408" y="951536"/>
              <a:ext cx="3193381" cy="531089"/>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6"/>
            <p:cNvSpPr txBox="1"/>
            <p:nvPr/>
          </p:nvSpPr>
          <p:spPr>
            <a:xfrm>
              <a:off x="613408" y="951536"/>
              <a:ext cx="3193381" cy="531089"/>
            </a:xfrm>
            <a:prstGeom prst="rect">
              <a:avLst/>
            </a:prstGeom>
            <a:noFill/>
            <a:ln>
              <a:noFill/>
            </a:ln>
          </p:spPr>
          <p:txBody>
            <a:bodyPr anchorCtr="0" anchor="ctr" bIns="56200" lIns="56200" spcFirstLastPara="1" rIns="56200" wrap="square" tIns="56200">
              <a:noAutofit/>
            </a:bodyPr>
            <a:lstStyle/>
            <a:p>
              <a:pPr indent="0" lvl="0" marL="0" marR="0" rtl="0" algn="l">
                <a:lnSpc>
                  <a:spcPct val="100000"/>
                </a:lnSpc>
                <a:spcBef>
                  <a:spcPts val="0"/>
                </a:spcBef>
                <a:spcAft>
                  <a:spcPts val="0"/>
                </a:spcAft>
                <a:buClr>
                  <a:schemeClr val="lt1"/>
                </a:buClr>
                <a:buSzPts val="1400"/>
                <a:buFont typeface="Rockwell"/>
                <a:buNone/>
              </a:pPr>
              <a:r>
                <a:rPr b="0" i="0" lang="en-US" sz="1400" u="none" cap="none" strike="noStrike">
                  <a:solidFill>
                    <a:schemeClr val="lt1"/>
                  </a:solidFill>
                  <a:latin typeface="Rockwell"/>
                  <a:ea typeface="Rockwell"/>
                  <a:cs typeface="Rockwell"/>
                  <a:sym typeface="Rockwell"/>
                </a:rPr>
                <a:t>Argentina vs France Memory Recall</a:t>
              </a:r>
              <a:endParaRPr/>
            </a:p>
          </p:txBody>
        </p:sp>
      </p:grpSp>
      <p:pic>
        <p:nvPicPr>
          <p:cNvPr id="449" name="Google Shape;449;p6" title="Screenshot 2026-02-26 at 3.59.46 PM.png"/>
          <p:cNvPicPr preferRelativeResize="0"/>
          <p:nvPr/>
        </p:nvPicPr>
        <p:blipFill>
          <a:blip r:embed="rId5">
            <a:alphaModFix/>
          </a:blip>
          <a:stretch>
            <a:fillRect/>
          </a:stretch>
        </p:blipFill>
        <p:spPr>
          <a:xfrm>
            <a:off x="0" y="1211100"/>
            <a:ext cx="4463350" cy="2426051"/>
          </a:xfrm>
          <a:prstGeom prst="rect">
            <a:avLst/>
          </a:prstGeom>
          <a:noFill/>
          <a:ln>
            <a:noFill/>
          </a:ln>
        </p:spPr>
      </p:pic>
      <p:pic>
        <p:nvPicPr>
          <p:cNvPr id="450" name="Google Shape;450;p6" title="Screenshot 2026-02-26 at 4.01.46 PM.png"/>
          <p:cNvPicPr preferRelativeResize="0"/>
          <p:nvPr/>
        </p:nvPicPr>
        <p:blipFill>
          <a:blip r:embed="rId6">
            <a:alphaModFix/>
          </a:blip>
          <a:stretch>
            <a:fillRect/>
          </a:stretch>
        </p:blipFill>
        <p:spPr>
          <a:xfrm>
            <a:off x="4463350" y="1211100"/>
            <a:ext cx="4680648" cy="24260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55" name="Shape 455"/>
        <p:cNvGrpSpPr/>
        <p:nvPr/>
      </p:nvGrpSpPr>
      <p:grpSpPr>
        <a:xfrm>
          <a:off x="0" y="0"/>
          <a:ext cx="0" cy="0"/>
          <a:chOff x="0" y="0"/>
          <a:chExt cx="0" cy="0"/>
        </a:xfrm>
      </p:grpSpPr>
      <p:sp>
        <p:nvSpPr>
          <p:cNvPr id="456" name="Google Shape;456;p7"/>
          <p:cNvSpPr/>
          <p:nvPr/>
        </p:nvSpPr>
        <p:spPr>
          <a:xfrm>
            <a:off x="0" y="0"/>
            <a:ext cx="9143771"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Rockwell"/>
              <a:ea typeface="Rockwell"/>
              <a:cs typeface="Rockwell"/>
              <a:sym typeface="Rockwell"/>
            </a:endParaRPr>
          </a:p>
        </p:txBody>
      </p:sp>
      <p:grpSp>
        <p:nvGrpSpPr>
          <p:cNvPr id="457" name="Google Shape;457;p7"/>
          <p:cNvGrpSpPr/>
          <p:nvPr/>
        </p:nvGrpSpPr>
        <p:grpSpPr>
          <a:xfrm>
            <a:off x="-313134" y="0"/>
            <a:ext cx="9438087" cy="6853238"/>
            <a:chOff x="-417513" y="0"/>
            <a:chExt cx="12584114" cy="6853238"/>
          </a:xfrm>
        </p:grpSpPr>
        <p:sp>
          <p:nvSpPr>
            <p:cNvPr id="458" name="Google Shape;458;p7"/>
            <p:cNvSpPr/>
            <p:nvPr/>
          </p:nvSpPr>
          <p:spPr>
            <a:xfrm>
              <a:off x="1306513" y="0"/>
              <a:ext cx="3862388" cy="6843713"/>
            </a:xfrm>
            <a:custGeom>
              <a:rect b="b" l="l" r="r" t="t"/>
              <a:pathLst>
                <a:path extrusionOk="0" h="1440" w="813">
                  <a:moveTo>
                    <a:pt x="813" y="0"/>
                  </a:moveTo>
                  <a:cubicBezTo>
                    <a:pt x="331" y="221"/>
                    <a:pt x="0" y="1039"/>
                    <a:pt x="435" y="1440"/>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59" name="Google Shape;459;p7"/>
            <p:cNvSpPr/>
            <p:nvPr/>
          </p:nvSpPr>
          <p:spPr>
            <a:xfrm>
              <a:off x="10626725" y="9525"/>
              <a:ext cx="1539875" cy="555625"/>
            </a:xfrm>
            <a:custGeom>
              <a:rect b="b" l="l" r="r" t="t"/>
              <a:pathLst>
                <a:path extrusionOk="0" h="117" w="324">
                  <a:moveTo>
                    <a:pt x="324" y="117"/>
                  </a:moveTo>
                  <a:cubicBezTo>
                    <a:pt x="223" y="64"/>
                    <a:pt x="107" y="28"/>
                    <a:pt x="0" y="0"/>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60" name="Google Shape;460;p7"/>
            <p:cNvSpPr/>
            <p:nvPr/>
          </p:nvSpPr>
          <p:spPr>
            <a:xfrm>
              <a:off x="10247313" y="5013325"/>
              <a:ext cx="1919288" cy="1830388"/>
            </a:xfrm>
            <a:custGeom>
              <a:rect b="b" l="l" r="r" t="t"/>
              <a:pathLst>
                <a:path extrusionOk="0" h="385" w="404">
                  <a:moveTo>
                    <a:pt x="0" y="385"/>
                  </a:moveTo>
                  <a:cubicBezTo>
                    <a:pt x="146" y="272"/>
                    <a:pt x="285" y="142"/>
                    <a:pt x="404" y="0"/>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61" name="Google Shape;461;p7"/>
            <p:cNvSpPr/>
            <p:nvPr/>
          </p:nvSpPr>
          <p:spPr>
            <a:xfrm>
              <a:off x="1120775" y="0"/>
              <a:ext cx="3676650" cy="6843713"/>
            </a:xfrm>
            <a:custGeom>
              <a:rect b="b" l="l" r="r" t="t"/>
              <a:pathLst>
                <a:path extrusionOk="0" h="1440" w="774">
                  <a:moveTo>
                    <a:pt x="774" y="0"/>
                  </a:moveTo>
                  <a:cubicBezTo>
                    <a:pt x="312" y="240"/>
                    <a:pt x="0" y="1034"/>
                    <a:pt x="411" y="1440"/>
                  </a:cubicBezTo>
                </a:path>
              </a:pathLst>
            </a:custGeom>
            <a:noFill/>
            <a:ln cap="flat" cmpd="sng" w="9525">
              <a:solidFill>
                <a:schemeClr val="dk1">
                  <a:alpha val="14901"/>
                </a:schemeClr>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62" name="Google Shape;462;p7"/>
            <p:cNvSpPr/>
            <p:nvPr/>
          </p:nvSpPr>
          <p:spPr>
            <a:xfrm>
              <a:off x="11202988" y="9525"/>
              <a:ext cx="963613" cy="366713"/>
            </a:xfrm>
            <a:custGeom>
              <a:rect b="b" l="l" r="r" t="t"/>
              <a:pathLst>
                <a:path extrusionOk="0" h="77" w="203">
                  <a:moveTo>
                    <a:pt x="203" y="77"/>
                  </a:moveTo>
                  <a:cubicBezTo>
                    <a:pt x="138" y="46"/>
                    <a:pt x="68" y="21"/>
                    <a:pt x="0" y="0"/>
                  </a:cubicBezTo>
                </a:path>
              </a:pathLst>
            </a:custGeom>
            <a:noFill/>
            <a:ln cap="flat" cmpd="sng" w="9525">
              <a:solidFill>
                <a:schemeClr val="dk1">
                  <a:alpha val="14901"/>
                </a:schemeClr>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63" name="Google Shape;463;p7"/>
            <p:cNvSpPr/>
            <p:nvPr/>
          </p:nvSpPr>
          <p:spPr>
            <a:xfrm>
              <a:off x="10494963" y="5275263"/>
              <a:ext cx="1666875" cy="1577975"/>
            </a:xfrm>
            <a:custGeom>
              <a:rect b="b" l="l" r="r" t="t"/>
              <a:pathLst>
                <a:path extrusionOk="0" h="332" w="351">
                  <a:moveTo>
                    <a:pt x="0" y="332"/>
                  </a:moveTo>
                  <a:cubicBezTo>
                    <a:pt x="125" y="232"/>
                    <a:pt x="245" y="121"/>
                    <a:pt x="351" y="0"/>
                  </a:cubicBezTo>
                </a:path>
              </a:pathLst>
            </a:custGeom>
            <a:noFill/>
            <a:ln cap="flat" cmpd="sng" w="9525">
              <a:solidFill>
                <a:schemeClr val="dk1">
                  <a:alpha val="14901"/>
                </a:schemeClr>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64" name="Google Shape;464;p7"/>
            <p:cNvSpPr/>
            <p:nvPr/>
          </p:nvSpPr>
          <p:spPr>
            <a:xfrm>
              <a:off x="1001713" y="0"/>
              <a:ext cx="3621088" cy="6843713"/>
            </a:xfrm>
            <a:custGeom>
              <a:rect b="b" l="l" r="r" t="t"/>
              <a:pathLst>
                <a:path extrusionOk="0" h="1440" w="762">
                  <a:moveTo>
                    <a:pt x="762" y="0"/>
                  </a:moveTo>
                  <a:cubicBezTo>
                    <a:pt x="308" y="245"/>
                    <a:pt x="0" y="1033"/>
                    <a:pt x="403" y="1440"/>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65" name="Google Shape;465;p7"/>
            <p:cNvSpPr/>
            <p:nvPr/>
          </p:nvSpPr>
          <p:spPr>
            <a:xfrm>
              <a:off x="11501438" y="9525"/>
              <a:ext cx="665163" cy="257175"/>
            </a:xfrm>
            <a:custGeom>
              <a:rect b="b" l="l" r="r" t="t"/>
              <a:pathLst>
                <a:path extrusionOk="0" h="54" w="140">
                  <a:moveTo>
                    <a:pt x="140" y="54"/>
                  </a:moveTo>
                  <a:cubicBezTo>
                    <a:pt x="95" y="34"/>
                    <a:pt x="48" y="16"/>
                    <a:pt x="0" y="0"/>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66" name="Google Shape;466;p7"/>
            <p:cNvSpPr/>
            <p:nvPr/>
          </p:nvSpPr>
          <p:spPr>
            <a:xfrm>
              <a:off x="10641013" y="5408613"/>
              <a:ext cx="1525588" cy="1435100"/>
            </a:xfrm>
            <a:custGeom>
              <a:rect b="b" l="l" r="r" t="t"/>
              <a:pathLst>
                <a:path extrusionOk="0" h="302" w="321">
                  <a:moveTo>
                    <a:pt x="0" y="302"/>
                  </a:moveTo>
                  <a:cubicBezTo>
                    <a:pt x="114" y="210"/>
                    <a:pt x="223" y="109"/>
                    <a:pt x="321" y="0"/>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67" name="Google Shape;467;p7"/>
            <p:cNvSpPr/>
            <p:nvPr/>
          </p:nvSpPr>
          <p:spPr>
            <a:xfrm>
              <a:off x="1001713" y="0"/>
              <a:ext cx="3244850" cy="6843713"/>
            </a:xfrm>
            <a:custGeom>
              <a:rect b="b" l="l" r="r" t="t"/>
              <a:pathLst>
                <a:path extrusionOk="0" h="1440" w="683">
                  <a:moveTo>
                    <a:pt x="683" y="0"/>
                  </a:moveTo>
                  <a:cubicBezTo>
                    <a:pt x="258" y="256"/>
                    <a:pt x="0" y="1041"/>
                    <a:pt x="355" y="1440"/>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68" name="Google Shape;468;p7"/>
            <p:cNvSpPr/>
            <p:nvPr/>
          </p:nvSpPr>
          <p:spPr>
            <a:xfrm>
              <a:off x="10802938" y="5518150"/>
              <a:ext cx="1363663" cy="1325563"/>
            </a:xfrm>
            <a:custGeom>
              <a:rect b="b" l="l" r="r" t="t"/>
              <a:pathLst>
                <a:path extrusionOk="0" h="279" w="287">
                  <a:moveTo>
                    <a:pt x="0" y="279"/>
                  </a:moveTo>
                  <a:cubicBezTo>
                    <a:pt x="101" y="193"/>
                    <a:pt x="198" y="100"/>
                    <a:pt x="287" y="0"/>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69" name="Google Shape;469;p7"/>
            <p:cNvSpPr/>
            <p:nvPr/>
          </p:nvSpPr>
          <p:spPr>
            <a:xfrm>
              <a:off x="889000" y="0"/>
              <a:ext cx="3230563" cy="6843713"/>
            </a:xfrm>
            <a:custGeom>
              <a:rect b="b" l="l" r="r" t="t"/>
              <a:pathLst>
                <a:path extrusionOk="0" h="1440" w="680">
                  <a:moveTo>
                    <a:pt x="680" y="0"/>
                  </a:moveTo>
                  <a:cubicBezTo>
                    <a:pt x="257" y="265"/>
                    <a:pt x="0" y="1026"/>
                    <a:pt x="337" y="1440"/>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70" name="Google Shape;470;p7"/>
            <p:cNvSpPr/>
            <p:nvPr/>
          </p:nvSpPr>
          <p:spPr>
            <a:xfrm>
              <a:off x="10979150" y="5694363"/>
              <a:ext cx="1187450" cy="1149350"/>
            </a:xfrm>
            <a:custGeom>
              <a:rect b="b" l="l" r="r" t="t"/>
              <a:pathLst>
                <a:path extrusionOk="0" h="242" w="250">
                  <a:moveTo>
                    <a:pt x="0" y="242"/>
                  </a:moveTo>
                  <a:cubicBezTo>
                    <a:pt x="88" y="166"/>
                    <a:pt x="172" y="85"/>
                    <a:pt x="250" y="0"/>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71" name="Google Shape;471;p7"/>
            <p:cNvSpPr/>
            <p:nvPr/>
          </p:nvSpPr>
          <p:spPr>
            <a:xfrm>
              <a:off x="484188" y="0"/>
              <a:ext cx="3421063" cy="6843713"/>
            </a:xfrm>
            <a:custGeom>
              <a:rect b="b" l="l" r="r" t="t"/>
              <a:pathLst>
                <a:path extrusionOk="0" h="1440" w="720">
                  <a:moveTo>
                    <a:pt x="720" y="0"/>
                  </a:moveTo>
                  <a:cubicBezTo>
                    <a:pt x="316" y="282"/>
                    <a:pt x="0" y="1018"/>
                    <a:pt x="362" y="1440"/>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72" name="Google Shape;472;p7"/>
            <p:cNvSpPr/>
            <p:nvPr/>
          </p:nvSpPr>
          <p:spPr>
            <a:xfrm>
              <a:off x="11287125" y="6049963"/>
              <a:ext cx="879475" cy="793750"/>
            </a:xfrm>
            <a:custGeom>
              <a:rect b="b" l="l" r="r" t="t"/>
              <a:pathLst>
                <a:path extrusionOk="0" h="167" w="185">
                  <a:moveTo>
                    <a:pt x="0" y="167"/>
                  </a:moveTo>
                  <a:cubicBezTo>
                    <a:pt x="63" y="114"/>
                    <a:pt x="125" y="58"/>
                    <a:pt x="185" y="0"/>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73" name="Google Shape;473;p7"/>
            <p:cNvSpPr/>
            <p:nvPr/>
          </p:nvSpPr>
          <p:spPr>
            <a:xfrm>
              <a:off x="598488" y="0"/>
              <a:ext cx="2717800" cy="6843713"/>
            </a:xfrm>
            <a:custGeom>
              <a:rect b="b" l="l" r="r" t="t"/>
              <a:pathLst>
                <a:path extrusionOk="0" h="1440" w="572">
                  <a:moveTo>
                    <a:pt x="572" y="0"/>
                  </a:moveTo>
                  <a:cubicBezTo>
                    <a:pt x="213" y="320"/>
                    <a:pt x="0" y="979"/>
                    <a:pt x="164" y="1440"/>
                  </a:cubicBezTo>
                </a:path>
              </a:pathLst>
            </a:custGeom>
            <a:noFill/>
            <a:ln cap="flat" cmpd="sng" w="12700">
              <a:solidFill>
                <a:schemeClr val="dk1">
                  <a:alpha val="14901"/>
                </a:schemeClr>
              </a:solidFill>
              <a:prstDash val="dashDot"/>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74" name="Google Shape;474;p7"/>
            <p:cNvSpPr/>
            <p:nvPr/>
          </p:nvSpPr>
          <p:spPr>
            <a:xfrm>
              <a:off x="261938" y="0"/>
              <a:ext cx="2944813" cy="6843713"/>
            </a:xfrm>
            <a:custGeom>
              <a:rect b="b" l="l" r="r" t="t"/>
              <a:pathLst>
                <a:path extrusionOk="0" h="1440" w="620">
                  <a:moveTo>
                    <a:pt x="620" y="0"/>
                  </a:moveTo>
                  <a:cubicBezTo>
                    <a:pt x="248" y="325"/>
                    <a:pt x="0" y="960"/>
                    <a:pt x="186" y="1440"/>
                  </a:cubicBezTo>
                </a:path>
              </a:pathLst>
            </a:custGeom>
            <a:noFill/>
            <a:ln cap="flat" cmpd="sng" w="9525">
              <a:solidFill>
                <a:schemeClr val="dk1">
                  <a:alpha val="14901"/>
                </a:schemeClr>
              </a:solidFill>
              <a:prstDash val="lg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75" name="Google Shape;475;p7"/>
            <p:cNvSpPr/>
            <p:nvPr/>
          </p:nvSpPr>
          <p:spPr>
            <a:xfrm>
              <a:off x="-417513" y="0"/>
              <a:ext cx="2403475" cy="6843713"/>
            </a:xfrm>
            <a:custGeom>
              <a:rect b="b" l="l" r="r" t="t"/>
              <a:pathLst>
                <a:path extrusionOk="0" h="1440" w="506">
                  <a:moveTo>
                    <a:pt x="506" y="0"/>
                  </a:moveTo>
                  <a:cubicBezTo>
                    <a:pt x="109" y="356"/>
                    <a:pt x="0" y="943"/>
                    <a:pt x="171" y="1440"/>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76" name="Google Shape;476;p7"/>
            <p:cNvSpPr/>
            <p:nvPr/>
          </p:nvSpPr>
          <p:spPr>
            <a:xfrm>
              <a:off x="14288" y="9525"/>
              <a:ext cx="1771650" cy="3198813"/>
            </a:xfrm>
            <a:custGeom>
              <a:rect b="b" l="l" r="r" t="t"/>
              <a:pathLst>
                <a:path extrusionOk="0" h="673" w="373">
                  <a:moveTo>
                    <a:pt x="373" y="0"/>
                  </a:moveTo>
                  <a:cubicBezTo>
                    <a:pt x="175" y="183"/>
                    <a:pt x="51" y="409"/>
                    <a:pt x="0" y="673"/>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77" name="Google Shape;477;p7"/>
            <p:cNvSpPr/>
            <p:nvPr/>
          </p:nvSpPr>
          <p:spPr>
            <a:xfrm>
              <a:off x="4763" y="6016625"/>
              <a:ext cx="214313" cy="827088"/>
            </a:xfrm>
            <a:custGeom>
              <a:rect b="b" l="l" r="r" t="t"/>
              <a:pathLst>
                <a:path extrusionOk="0" h="174" w="45">
                  <a:moveTo>
                    <a:pt x="0" y="0"/>
                  </a:moveTo>
                  <a:cubicBezTo>
                    <a:pt x="11" y="59"/>
                    <a:pt x="26" y="118"/>
                    <a:pt x="45" y="174"/>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78" name="Google Shape;478;p7"/>
            <p:cNvSpPr/>
            <p:nvPr/>
          </p:nvSpPr>
          <p:spPr>
            <a:xfrm>
              <a:off x="14288" y="0"/>
              <a:ext cx="1562100" cy="2228850"/>
            </a:xfrm>
            <a:custGeom>
              <a:rect b="b" l="l" r="r" t="t"/>
              <a:pathLst>
                <a:path extrusionOk="0" h="469" w="329">
                  <a:moveTo>
                    <a:pt x="329" y="0"/>
                  </a:moveTo>
                  <a:cubicBezTo>
                    <a:pt x="189" y="133"/>
                    <a:pt x="69" y="288"/>
                    <a:pt x="0" y="469"/>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grpSp>
      <p:sp>
        <p:nvSpPr>
          <p:cNvPr id="479" name="Google Shape;479;p7"/>
          <p:cNvSpPr txBox="1"/>
          <p:nvPr>
            <p:ph type="title"/>
          </p:nvPr>
        </p:nvSpPr>
        <p:spPr>
          <a:xfrm>
            <a:off x="1319465" y="798881"/>
            <a:ext cx="6505070" cy="1048945"/>
          </a:xfrm>
          <a:prstGeom prst="rect">
            <a:avLst/>
          </a:prstGeom>
          <a:noFill/>
          <a:ln>
            <a:noFill/>
          </a:ln>
        </p:spPr>
        <p:txBody>
          <a:bodyPr anchorCtr="0" anchor="ctr" bIns="228600" lIns="228600" spcFirstLastPara="1" rIns="228600" wrap="square" tIns="228600">
            <a:normAutofit/>
          </a:bodyPr>
          <a:lstStyle/>
          <a:p>
            <a:pPr indent="0" lvl="0" marL="0" rtl="0" algn="ctr">
              <a:lnSpc>
                <a:spcPct val="85000"/>
              </a:lnSpc>
              <a:spcBef>
                <a:spcPts val="0"/>
              </a:spcBef>
              <a:spcAft>
                <a:spcPts val="0"/>
              </a:spcAft>
              <a:buClr>
                <a:schemeClr val="dk1"/>
              </a:buClr>
              <a:buSzPts val="3200"/>
              <a:buFont typeface="Calibri"/>
              <a:buNone/>
            </a:pPr>
            <a:r>
              <a:rPr lang="en-US">
                <a:solidFill>
                  <a:schemeClr val="dk1"/>
                </a:solidFill>
              </a:rPr>
              <a:t>Visualizations &amp; Innovation</a:t>
            </a:r>
            <a:endParaRPr/>
          </a:p>
        </p:txBody>
      </p:sp>
      <p:grpSp>
        <p:nvGrpSpPr>
          <p:cNvPr id="480" name="Google Shape;480;p7"/>
          <p:cNvGrpSpPr/>
          <p:nvPr/>
        </p:nvGrpSpPr>
        <p:grpSpPr>
          <a:xfrm>
            <a:off x="605791" y="1990976"/>
            <a:ext cx="7932418" cy="4175467"/>
            <a:chOff x="0" y="0"/>
            <a:chExt cx="7932418" cy="4175467"/>
          </a:xfrm>
        </p:grpSpPr>
        <p:sp>
          <p:nvSpPr>
            <p:cNvPr id="481" name="Google Shape;481;p7"/>
            <p:cNvSpPr/>
            <p:nvPr/>
          </p:nvSpPr>
          <p:spPr>
            <a:xfrm>
              <a:off x="0" y="0"/>
              <a:ext cx="6345935" cy="918602"/>
            </a:xfrm>
            <a:prstGeom prst="roundRect">
              <a:avLst>
                <a:gd fmla="val 10000" name="adj"/>
              </a:avLst>
            </a:prstGeom>
            <a:solidFill>
              <a:srgbClr val="FA7714"/>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7"/>
            <p:cNvSpPr txBox="1"/>
            <p:nvPr/>
          </p:nvSpPr>
          <p:spPr>
            <a:xfrm>
              <a:off x="26905" y="26905"/>
              <a:ext cx="5277068" cy="864792"/>
            </a:xfrm>
            <a:prstGeom prst="rect">
              <a:avLst/>
            </a:prstGeom>
            <a:noFill/>
            <a:ln>
              <a:noFill/>
            </a:ln>
          </p:spPr>
          <p:txBody>
            <a:bodyPr anchorCtr="0" anchor="ctr" bIns="95250" lIns="95250" spcFirstLastPara="1" rIns="95250" wrap="square" tIns="95250">
              <a:noAutofit/>
            </a:bodyPr>
            <a:lstStyle/>
            <a:p>
              <a:pPr indent="0" lvl="0" marL="0" marR="0" rtl="0" algn="l">
                <a:lnSpc>
                  <a:spcPct val="90000"/>
                </a:lnSpc>
                <a:spcBef>
                  <a:spcPts val="0"/>
                </a:spcBef>
                <a:spcAft>
                  <a:spcPts val="0"/>
                </a:spcAft>
                <a:buClr>
                  <a:schemeClr val="lt1"/>
                </a:buClr>
                <a:buSzPts val="2500"/>
                <a:buFont typeface="Rockwell"/>
                <a:buNone/>
              </a:pPr>
              <a:r>
                <a:rPr lang="en-US" sz="2500">
                  <a:solidFill>
                    <a:schemeClr val="lt1"/>
                  </a:solidFill>
                  <a:latin typeface="Rockwell"/>
                  <a:ea typeface="Rockwell"/>
                  <a:cs typeface="Rockwell"/>
                  <a:sym typeface="Rockwell"/>
                </a:rPr>
                <a:t>• Interactive Plotly goal history charts for any team</a:t>
              </a:r>
              <a:endParaRPr/>
            </a:p>
          </p:txBody>
        </p:sp>
        <p:sp>
          <p:nvSpPr>
            <p:cNvPr id="483" name="Google Shape;483;p7"/>
            <p:cNvSpPr/>
            <p:nvPr/>
          </p:nvSpPr>
          <p:spPr>
            <a:xfrm>
              <a:off x="531472" y="1085621"/>
              <a:ext cx="6345935" cy="918602"/>
            </a:xfrm>
            <a:prstGeom prst="roundRect">
              <a:avLst>
                <a:gd fmla="val 10000" name="adj"/>
              </a:avLst>
            </a:prstGeom>
            <a:solidFill>
              <a:srgbClr val="E7A32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7"/>
            <p:cNvSpPr txBox="1"/>
            <p:nvPr/>
          </p:nvSpPr>
          <p:spPr>
            <a:xfrm>
              <a:off x="558377" y="1112526"/>
              <a:ext cx="5163561" cy="864792"/>
            </a:xfrm>
            <a:prstGeom prst="rect">
              <a:avLst/>
            </a:prstGeom>
            <a:noFill/>
            <a:ln>
              <a:noFill/>
            </a:ln>
          </p:spPr>
          <p:txBody>
            <a:bodyPr anchorCtr="0" anchor="ctr" bIns="95250" lIns="95250" spcFirstLastPara="1" rIns="95250" wrap="square" tIns="95250">
              <a:noAutofit/>
            </a:bodyPr>
            <a:lstStyle/>
            <a:p>
              <a:pPr indent="0" lvl="0" marL="0" marR="0" rtl="0" algn="l">
                <a:lnSpc>
                  <a:spcPct val="90000"/>
                </a:lnSpc>
                <a:spcBef>
                  <a:spcPts val="0"/>
                </a:spcBef>
                <a:spcAft>
                  <a:spcPts val="0"/>
                </a:spcAft>
                <a:buClr>
                  <a:schemeClr val="lt1"/>
                </a:buClr>
                <a:buSzPts val="2500"/>
                <a:buFont typeface="Rockwell"/>
                <a:buNone/>
              </a:pPr>
              <a:r>
                <a:rPr lang="en-US" sz="2500">
                  <a:solidFill>
                    <a:schemeClr val="lt1"/>
                  </a:solidFill>
                  <a:latin typeface="Rockwell"/>
                  <a:ea typeface="Rockwell"/>
                  <a:cs typeface="Rockwell"/>
                  <a:sym typeface="Rockwell"/>
                </a:rPr>
                <a:t>• Prediction reports with confidence + limitations</a:t>
              </a:r>
              <a:endParaRPr/>
            </a:p>
          </p:txBody>
        </p:sp>
        <p:sp>
          <p:nvSpPr>
            <p:cNvPr id="485" name="Google Shape;485;p7"/>
            <p:cNvSpPr/>
            <p:nvPr/>
          </p:nvSpPr>
          <p:spPr>
            <a:xfrm>
              <a:off x="1055011" y="2171243"/>
              <a:ext cx="6345935" cy="918602"/>
            </a:xfrm>
            <a:prstGeom prst="roundRect">
              <a:avLst>
                <a:gd fmla="val 10000" name="adj"/>
              </a:avLst>
            </a:prstGeom>
            <a:solidFill>
              <a:srgbClr val="D3C130"/>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7"/>
            <p:cNvSpPr txBox="1"/>
            <p:nvPr/>
          </p:nvSpPr>
          <p:spPr>
            <a:xfrm>
              <a:off x="1081916" y="2198148"/>
              <a:ext cx="5171493" cy="864792"/>
            </a:xfrm>
            <a:prstGeom prst="rect">
              <a:avLst/>
            </a:prstGeom>
            <a:noFill/>
            <a:ln>
              <a:noFill/>
            </a:ln>
          </p:spPr>
          <p:txBody>
            <a:bodyPr anchorCtr="0" anchor="ctr" bIns="95250" lIns="95250" spcFirstLastPara="1" rIns="95250" wrap="square" tIns="95250">
              <a:noAutofit/>
            </a:bodyPr>
            <a:lstStyle/>
            <a:p>
              <a:pPr indent="0" lvl="0" marL="0" marR="0" rtl="0" algn="l">
                <a:lnSpc>
                  <a:spcPct val="90000"/>
                </a:lnSpc>
                <a:spcBef>
                  <a:spcPts val="0"/>
                </a:spcBef>
                <a:spcAft>
                  <a:spcPts val="0"/>
                </a:spcAft>
                <a:buClr>
                  <a:schemeClr val="lt1"/>
                </a:buClr>
                <a:buSzPts val="2500"/>
                <a:buFont typeface="Rockwell"/>
                <a:buNone/>
              </a:pPr>
              <a:r>
                <a:rPr lang="en-US" sz="2500">
                  <a:solidFill>
                    <a:schemeClr val="lt1"/>
                  </a:solidFill>
                  <a:latin typeface="Rockwell"/>
                  <a:ea typeface="Rockwell"/>
                  <a:cs typeface="Rockwell"/>
                  <a:sym typeface="Rockwell"/>
                </a:rPr>
                <a:t>• Conversation memory across turns</a:t>
              </a:r>
              <a:endParaRPr/>
            </a:p>
          </p:txBody>
        </p:sp>
        <p:sp>
          <p:nvSpPr>
            <p:cNvPr id="487" name="Google Shape;487;p7"/>
            <p:cNvSpPr/>
            <p:nvPr/>
          </p:nvSpPr>
          <p:spPr>
            <a:xfrm>
              <a:off x="1586483" y="3256865"/>
              <a:ext cx="6345935" cy="918602"/>
            </a:xfrm>
            <a:prstGeom prst="roundRect">
              <a:avLst>
                <a:gd fmla="val 10000" name="adj"/>
              </a:avLst>
            </a:prstGeom>
            <a:solidFill>
              <a:srgbClr val="ADBD40"/>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7"/>
            <p:cNvSpPr txBox="1"/>
            <p:nvPr/>
          </p:nvSpPr>
          <p:spPr>
            <a:xfrm>
              <a:off x="1613388" y="3283770"/>
              <a:ext cx="5163561" cy="864792"/>
            </a:xfrm>
            <a:prstGeom prst="rect">
              <a:avLst/>
            </a:prstGeom>
            <a:noFill/>
            <a:ln>
              <a:noFill/>
            </a:ln>
          </p:spPr>
          <p:txBody>
            <a:bodyPr anchorCtr="0" anchor="ctr" bIns="95250" lIns="95250" spcFirstLastPara="1" rIns="95250" wrap="square" tIns="95250">
              <a:noAutofit/>
            </a:bodyPr>
            <a:lstStyle/>
            <a:p>
              <a:pPr indent="0" lvl="0" marL="0" marR="0" rtl="0" algn="l">
                <a:lnSpc>
                  <a:spcPct val="90000"/>
                </a:lnSpc>
                <a:spcBef>
                  <a:spcPts val="0"/>
                </a:spcBef>
                <a:spcAft>
                  <a:spcPts val="0"/>
                </a:spcAft>
                <a:buClr>
                  <a:schemeClr val="lt1"/>
                </a:buClr>
                <a:buSzPts val="2500"/>
                <a:buFont typeface="Rockwell"/>
                <a:buNone/>
              </a:pPr>
              <a:r>
                <a:rPr lang="en-US" sz="2500">
                  <a:solidFill>
                    <a:schemeClr val="lt1"/>
                  </a:solidFill>
                  <a:latin typeface="Rockwell"/>
                  <a:ea typeface="Rockwell"/>
                  <a:cs typeface="Rockwell"/>
                  <a:sym typeface="Rockwell"/>
                </a:rPr>
                <a:t>• Streamlit app included (app.py)</a:t>
              </a:r>
              <a:endParaRPr/>
            </a:p>
          </p:txBody>
        </p:sp>
        <p:sp>
          <p:nvSpPr>
            <p:cNvPr id="489" name="Google Shape;489;p7"/>
            <p:cNvSpPr/>
            <p:nvPr/>
          </p:nvSpPr>
          <p:spPr>
            <a:xfrm>
              <a:off x="5748843" y="703566"/>
              <a:ext cx="597091" cy="597091"/>
            </a:xfrm>
            <a:prstGeom prst="downArrow">
              <a:avLst>
                <a:gd fmla="val 55000" name="adj1"/>
                <a:gd fmla="val 45000" name="adj2"/>
              </a:avLst>
            </a:prstGeom>
            <a:solidFill>
              <a:srgbClr val="FED3C8">
                <a:alpha val="90196"/>
              </a:srgbClr>
            </a:solidFill>
            <a:ln cap="flat" cmpd="sng" w="15875">
              <a:solidFill>
                <a:srgbClr val="FED3C8">
                  <a:alpha val="9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7"/>
            <p:cNvSpPr txBox="1"/>
            <p:nvPr/>
          </p:nvSpPr>
          <p:spPr>
            <a:xfrm>
              <a:off x="5883188" y="703566"/>
              <a:ext cx="328401" cy="449311"/>
            </a:xfrm>
            <a:prstGeom prst="rect">
              <a:avLst/>
            </a:prstGeom>
            <a:noFill/>
            <a:ln>
              <a:noFill/>
            </a:ln>
          </p:spPr>
          <p:txBody>
            <a:bodyPr anchorCtr="0" anchor="ctr" bIns="35550" lIns="35550" spcFirstLastPara="1" rIns="35550" wrap="square" tIns="35550">
              <a:noAutofit/>
            </a:bodyPr>
            <a:lstStyle/>
            <a:p>
              <a:pPr indent="0" lvl="0" marL="0" marR="0" rtl="0" algn="ctr">
                <a:lnSpc>
                  <a:spcPct val="90000"/>
                </a:lnSpc>
                <a:spcBef>
                  <a:spcPts val="0"/>
                </a:spcBef>
                <a:spcAft>
                  <a:spcPts val="0"/>
                </a:spcAft>
                <a:buClr>
                  <a:schemeClr val="dk1"/>
                </a:buClr>
                <a:buSzPts val="2800"/>
                <a:buFont typeface="Rockwell"/>
                <a:buNone/>
              </a:pPr>
              <a:r>
                <a:t/>
              </a:r>
              <a:endParaRPr sz="2800">
                <a:solidFill>
                  <a:schemeClr val="dk1"/>
                </a:solidFill>
                <a:latin typeface="Rockwell"/>
                <a:ea typeface="Rockwell"/>
                <a:cs typeface="Rockwell"/>
                <a:sym typeface="Rockwell"/>
              </a:endParaRPr>
            </a:p>
          </p:txBody>
        </p:sp>
        <p:sp>
          <p:nvSpPr>
            <p:cNvPr id="491" name="Google Shape;491;p7"/>
            <p:cNvSpPr/>
            <p:nvPr/>
          </p:nvSpPr>
          <p:spPr>
            <a:xfrm>
              <a:off x="6280315" y="1789188"/>
              <a:ext cx="597091" cy="597091"/>
            </a:xfrm>
            <a:prstGeom prst="downArrow">
              <a:avLst>
                <a:gd fmla="val 55000" name="adj1"/>
                <a:gd fmla="val 45000" name="adj2"/>
              </a:avLst>
            </a:prstGeom>
            <a:solidFill>
              <a:srgbClr val="F3E6C9">
                <a:alpha val="90196"/>
              </a:srgbClr>
            </a:solidFill>
            <a:ln cap="flat" cmpd="sng" w="15875">
              <a:solidFill>
                <a:srgbClr val="F3E6C9">
                  <a:alpha val="9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7"/>
            <p:cNvSpPr txBox="1"/>
            <p:nvPr/>
          </p:nvSpPr>
          <p:spPr>
            <a:xfrm>
              <a:off x="6414660" y="1789188"/>
              <a:ext cx="328401" cy="449311"/>
            </a:xfrm>
            <a:prstGeom prst="rect">
              <a:avLst/>
            </a:prstGeom>
            <a:noFill/>
            <a:ln>
              <a:noFill/>
            </a:ln>
          </p:spPr>
          <p:txBody>
            <a:bodyPr anchorCtr="0" anchor="ctr" bIns="35550" lIns="35550" spcFirstLastPara="1" rIns="35550" wrap="square" tIns="35550">
              <a:noAutofit/>
            </a:bodyPr>
            <a:lstStyle/>
            <a:p>
              <a:pPr indent="0" lvl="0" marL="0" marR="0" rtl="0" algn="ctr">
                <a:lnSpc>
                  <a:spcPct val="90000"/>
                </a:lnSpc>
                <a:spcBef>
                  <a:spcPts val="0"/>
                </a:spcBef>
                <a:spcAft>
                  <a:spcPts val="0"/>
                </a:spcAft>
                <a:buClr>
                  <a:schemeClr val="dk1"/>
                </a:buClr>
                <a:buSzPts val="2800"/>
                <a:buFont typeface="Rockwell"/>
                <a:buNone/>
              </a:pPr>
              <a:r>
                <a:t/>
              </a:r>
              <a:endParaRPr sz="2800">
                <a:solidFill>
                  <a:schemeClr val="dk1"/>
                </a:solidFill>
                <a:latin typeface="Rockwell"/>
                <a:ea typeface="Rockwell"/>
                <a:cs typeface="Rockwell"/>
                <a:sym typeface="Rockwell"/>
              </a:endParaRPr>
            </a:p>
          </p:txBody>
        </p:sp>
        <p:sp>
          <p:nvSpPr>
            <p:cNvPr id="493" name="Google Shape;493;p7"/>
            <p:cNvSpPr/>
            <p:nvPr/>
          </p:nvSpPr>
          <p:spPr>
            <a:xfrm>
              <a:off x="6803855" y="2874809"/>
              <a:ext cx="597091" cy="597091"/>
            </a:xfrm>
            <a:prstGeom prst="downArrow">
              <a:avLst>
                <a:gd fmla="val 55000" name="adj1"/>
                <a:gd fmla="val 45000" name="adj2"/>
              </a:avLst>
            </a:prstGeom>
            <a:solidFill>
              <a:srgbClr val="E1E6CC">
                <a:alpha val="90196"/>
              </a:srgbClr>
            </a:solidFill>
            <a:ln cap="flat" cmpd="sng" w="15875">
              <a:solidFill>
                <a:srgbClr val="E1E6CC">
                  <a:alpha val="9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7"/>
            <p:cNvSpPr txBox="1"/>
            <p:nvPr/>
          </p:nvSpPr>
          <p:spPr>
            <a:xfrm>
              <a:off x="6938200" y="2874809"/>
              <a:ext cx="328401" cy="449311"/>
            </a:xfrm>
            <a:prstGeom prst="rect">
              <a:avLst/>
            </a:prstGeom>
            <a:noFill/>
            <a:ln>
              <a:noFill/>
            </a:ln>
          </p:spPr>
          <p:txBody>
            <a:bodyPr anchorCtr="0" anchor="ctr" bIns="35550" lIns="35550" spcFirstLastPara="1" rIns="35550" wrap="square" tIns="35550">
              <a:noAutofit/>
            </a:bodyPr>
            <a:lstStyle/>
            <a:p>
              <a:pPr indent="0" lvl="0" marL="0" marR="0" rtl="0" algn="ctr">
                <a:lnSpc>
                  <a:spcPct val="90000"/>
                </a:lnSpc>
                <a:spcBef>
                  <a:spcPts val="0"/>
                </a:spcBef>
                <a:spcAft>
                  <a:spcPts val="0"/>
                </a:spcAft>
                <a:buClr>
                  <a:schemeClr val="dk1"/>
                </a:buClr>
                <a:buSzPts val="2800"/>
                <a:buFont typeface="Rockwell"/>
                <a:buNone/>
              </a:pPr>
              <a:r>
                <a:t/>
              </a:r>
              <a:endParaRPr sz="2800">
                <a:solidFill>
                  <a:schemeClr val="dk1"/>
                </a:solidFill>
                <a:latin typeface="Rockwell"/>
                <a:ea typeface="Rockwell"/>
                <a:cs typeface="Rockwell"/>
                <a:sym typeface="Rockwel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99" name="Shape 499"/>
        <p:cNvGrpSpPr/>
        <p:nvPr/>
      </p:nvGrpSpPr>
      <p:grpSpPr>
        <a:xfrm>
          <a:off x="0" y="0"/>
          <a:ext cx="0" cy="0"/>
          <a:chOff x="0" y="0"/>
          <a:chExt cx="0" cy="0"/>
        </a:xfrm>
      </p:grpSpPr>
      <p:sp>
        <p:nvSpPr>
          <p:cNvPr id="500" name="Google Shape;500;p8"/>
          <p:cNvSpPr/>
          <p:nvPr/>
        </p:nvSpPr>
        <p:spPr>
          <a:xfrm>
            <a:off x="0" y="0"/>
            <a:ext cx="9144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sp>
        <p:nvSpPr>
          <p:cNvPr id="501" name="Google Shape;501;p8"/>
          <p:cNvSpPr/>
          <p:nvPr/>
        </p:nvSpPr>
        <p:spPr>
          <a:xfrm>
            <a:off x="3206091" y="-15796"/>
            <a:ext cx="5933937" cy="6889592"/>
          </a:xfrm>
          <a:custGeom>
            <a:rect b="b" l="l" r="r" t="t"/>
            <a:pathLst>
              <a:path extrusionOk="0" h="6889592" w="7911916">
                <a:moveTo>
                  <a:pt x="1144064" y="0"/>
                </a:moveTo>
                <a:lnTo>
                  <a:pt x="7911916" y="0"/>
                </a:lnTo>
                <a:lnTo>
                  <a:pt x="7911916" y="6889592"/>
                </a:lnTo>
                <a:lnTo>
                  <a:pt x="1282780" y="6889592"/>
                </a:lnTo>
                <a:lnTo>
                  <a:pt x="1021588" y="6461391"/>
                </a:lnTo>
                <a:cubicBezTo>
                  <a:pt x="-73086" y="4533675"/>
                  <a:pt x="-509682" y="2192905"/>
                  <a:pt x="841264" y="370936"/>
                </a:cubicBezTo>
                <a:cubicBezTo>
                  <a:pt x="928899" y="253509"/>
                  <a:pt x="1021859" y="138477"/>
                  <a:pt x="1119707" y="26053"/>
                </a:cubicBezTo>
                <a:close/>
              </a:path>
            </a:pathLst>
          </a:custGeom>
          <a:noFill/>
          <a:ln cap="flat" cmpd="sng" w="9525">
            <a:solidFill>
              <a:schemeClr val="dk1">
                <a:alpha val="10196"/>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502" name="Google Shape;502;p8"/>
          <p:cNvSpPr/>
          <p:nvPr/>
        </p:nvSpPr>
        <p:spPr>
          <a:xfrm>
            <a:off x="4687312" y="-6726"/>
            <a:ext cx="4448744" cy="6871452"/>
          </a:xfrm>
          <a:custGeom>
            <a:rect b="b" l="l" r="r" t="t"/>
            <a:pathLst>
              <a:path extrusionOk="0" h="6871452" w="5931659">
                <a:moveTo>
                  <a:pt x="2429503" y="0"/>
                </a:moveTo>
                <a:lnTo>
                  <a:pt x="5931659" y="0"/>
                </a:lnTo>
                <a:lnTo>
                  <a:pt x="5931659" y="6871452"/>
                </a:lnTo>
                <a:lnTo>
                  <a:pt x="1302090" y="6871452"/>
                </a:lnTo>
                <a:lnTo>
                  <a:pt x="1257860" y="6820098"/>
                </a:lnTo>
                <a:cubicBezTo>
                  <a:pt x="121068" y="5395213"/>
                  <a:pt x="-469022" y="3541076"/>
                  <a:pt x="456609" y="1965059"/>
                </a:cubicBezTo>
                <a:cubicBezTo>
                  <a:pt x="919425" y="1178905"/>
                  <a:pt x="1583566" y="524859"/>
                  <a:pt x="2356353" y="42030"/>
                </a:cubicBezTo>
                <a:close/>
              </a:path>
            </a:pathLst>
          </a:custGeom>
          <a:noFill/>
          <a:ln cap="flat" cmpd="sng" w="9525">
            <a:solidFill>
              <a:schemeClr val="dk1">
                <a:alpha val="10196"/>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503" name="Google Shape;503;p8"/>
          <p:cNvSpPr/>
          <p:nvPr/>
        </p:nvSpPr>
        <p:spPr>
          <a:xfrm>
            <a:off x="4075146" y="-3116"/>
            <a:ext cx="5075230" cy="6864232"/>
          </a:xfrm>
          <a:custGeom>
            <a:rect b="b" l="l" r="r" t="t"/>
            <a:pathLst>
              <a:path extrusionOk="0" h="6864232" w="6766974">
                <a:moveTo>
                  <a:pt x="2135088" y="0"/>
                </a:moveTo>
                <a:lnTo>
                  <a:pt x="6766974" y="0"/>
                </a:lnTo>
                <a:lnTo>
                  <a:pt x="6766974" y="6864232"/>
                </a:lnTo>
                <a:lnTo>
                  <a:pt x="1128977" y="6864232"/>
                </a:lnTo>
                <a:lnTo>
                  <a:pt x="1004776" y="6687663"/>
                </a:lnTo>
                <a:cubicBezTo>
                  <a:pt x="-54053" y="5122098"/>
                  <a:pt x="-463081" y="3202457"/>
                  <a:pt x="709736" y="1521351"/>
                </a:cubicBezTo>
                <a:cubicBezTo>
                  <a:pt x="1045443" y="1039181"/>
                  <a:pt x="1446565" y="592246"/>
                  <a:pt x="1896284" y="197391"/>
                </a:cubicBezTo>
                <a:close/>
              </a:path>
            </a:pathLst>
          </a:custGeom>
          <a:noFill/>
          <a:ln cap="flat" cmpd="sng" w="9525">
            <a:solidFill>
              <a:schemeClr val="dk1">
                <a:alpha val="10196"/>
              </a:schemeClr>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504" name="Google Shape;504;p8"/>
          <p:cNvSpPr/>
          <p:nvPr/>
        </p:nvSpPr>
        <p:spPr>
          <a:xfrm>
            <a:off x="5214852" y="0"/>
            <a:ext cx="3929148" cy="6858000"/>
          </a:xfrm>
          <a:custGeom>
            <a:rect b="b" l="l" r="r" t="t"/>
            <a:pathLst>
              <a:path extrusionOk="0" h="6864726" w="5238864">
                <a:moveTo>
                  <a:pt x="2829115" y="0"/>
                </a:moveTo>
                <a:lnTo>
                  <a:pt x="5238864" y="0"/>
                </a:lnTo>
                <a:lnTo>
                  <a:pt x="5238864" y="6864726"/>
                </a:lnTo>
                <a:lnTo>
                  <a:pt x="1518091" y="6864726"/>
                </a:lnTo>
                <a:lnTo>
                  <a:pt x="1435414" y="6778879"/>
                </a:lnTo>
                <a:cubicBezTo>
                  <a:pt x="226066" y="5476104"/>
                  <a:pt x="-499346" y="3635393"/>
                  <a:pt x="406006" y="2093910"/>
                </a:cubicBezTo>
                <a:cubicBezTo>
                  <a:pt x="907547" y="1241972"/>
                  <a:pt x="1674986" y="564513"/>
                  <a:pt x="2559142" y="12448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sp>
        <p:nvSpPr>
          <p:cNvPr id="505" name="Google Shape;505;p8"/>
          <p:cNvSpPr txBox="1"/>
          <p:nvPr>
            <p:ph type="title"/>
          </p:nvPr>
        </p:nvSpPr>
        <p:spPr>
          <a:xfrm>
            <a:off x="5906196" y="1124998"/>
            <a:ext cx="2592091" cy="4589717"/>
          </a:xfrm>
          <a:prstGeom prst="rect">
            <a:avLst/>
          </a:prstGeom>
          <a:noFill/>
          <a:ln>
            <a:noFill/>
          </a:ln>
        </p:spPr>
        <p:txBody>
          <a:bodyPr anchorCtr="0" anchor="ctr" bIns="228600" lIns="228600" spcFirstLastPara="1" rIns="228600" wrap="square" tIns="228600">
            <a:normAutofit/>
          </a:bodyPr>
          <a:lstStyle/>
          <a:p>
            <a:pPr indent="0" lvl="0" marL="0" rtl="0" algn="l">
              <a:lnSpc>
                <a:spcPct val="85000"/>
              </a:lnSpc>
              <a:spcBef>
                <a:spcPts val="0"/>
              </a:spcBef>
              <a:spcAft>
                <a:spcPts val="0"/>
              </a:spcAft>
              <a:buClr>
                <a:srgbClr val="FFFEFF"/>
              </a:buClr>
              <a:buSzPts val="3900"/>
              <a:buFont typeface="Calibri"/>
              <a:buNone/>
            </a:pPr>
            <a:r>
              <a:rPr lang="en-US" sz="3900"/>
              <a:t>Limitations &amp; What We Learned</a:t>
            </a:r>
            <a:endParaRPr/>
          </a:p>
        </p:txBody>
      </p:sp>
      <p:sp>
        <p:nvSpPr>
          <p:cNvPr id="506" name="Google Shape;506;p8"/>
          <p:cNvSpPr txBox="1"/>
          <p:nvPr>
            <p:ph idx="1" type="body"/>
          </p:nvPr>
        </p:nvSpPr>
        <p:spPr>
          <a:xfrm>
            <a:off x="598932" y="794042"/>
            <a:ext cx="4070353" cy="5248622"/>
          </a:xfrm>
          <a:prstGeom prst="rect">
            <a:avLst/>
          </a:prstGeom>
          <a:noFill/>
          <a:ln>
            <a:noFill/>
          </a:ln>
        </p:spPr>
        <p:txBody>
          <a:bodyPr anchorCtr="0" anchor="ctr" bIns="45700" lIns="91425" spcFirstLastPara="1" rIns="91425" wrap="square" tIns="45700">
            <a:normAutofit/>
          </a:bodyPr>
          <a:lstStyle/>
          <a:p>
            <a:pPr indent="0" lvl="0" marL="0" rtl="0" algn="l">
              <a:lnSpc>
                <a:spcPct val="120000"/>
              </a:lnSpc>
              <a:spcBef>
                <a:spcPts val="0"/>
              </a:spcBef>
              <a:spcAft>
                <a:spcPts val="0"/>
              </a:spcAft>
              <a:buSzPts val="1540"/>
              <a:buNone/>
            </a:pPr>
            <a:r>
              <a:rPr lang="en-US" sz="1400"/>
              <a:t>Limitations:</a:t>
            </a:r>
            <a:endParaRPr/>
          </a:p>
          <a:p>
            <a:pPr indent="0" lvl="0" marL="0" rtl="0" algn="l">
              <a:lnSpc>
                <a:spcPct val="120000"/>
              </a:lnSpc>
              <a:spcBef>
                <a:spcPts val="750"/>
              </a:spcBef>
              <a:spcAft>
                <a:spcPts val="0"/>
              </a:spcAft>
              <a:buSzPts val="1540"/>
              <a:buNone/>
            </a:pPr>
            <a:r>
              <a:rPr lang="en-US" sz="1400"/>
              <a:t>• No player-level data (injuries, current form)</a:t>
            </a:r>
            <a:endParaRPr/>
          </a:p>
          <a:p>
            <a:pPr indent="0" lvl="0" marL="0" rtl="0" algn="l">
              <a:lnSpc>
                <a:spcPct val="120000"/>
              </a:lnSpc>
              <a:spcBef>
                <a:spcPts val="750"/>
              </a:spcBef>
              <a:spcAft>
                <a:spcPts val="0"/>
              </a:spcAft>
              <a:buSzPts val="1540"/>
              <a:buNone/>
            </a:pPr>
            <a:r>
              <a:rPr lang="en-US" sz="1400"/>
              <a:t>• Predictions are purely historical</a:t>
            </a:r>
            <a:endParaRPr/>
          </a:p>
          <a:p>
            <a:pPr indent="0" lvl="0" marL="0" rtl="0" algn="l">
              <a:lnSpc>
                <a:spcPct val="120000"/>
              </a:lnSpc>
              <a:spcBef>
                <a:spcPts val="750"/>
              </a:spcBef>
              <a:spcAft>
                <a:spcPts val="0"/>
              </a:spcAft>
              <a:buSzPts val="1540"/>
              <a:buNone/>
            </a:pPr>
            <a:r>
              <a:rPr lang="en-US" sz="1400"/>
              <a:t>• Gemini free tier = 5 requests/min</a:t>
            </a:r>
            <a:endParaRPr/>
          </a:p>
          <a:p>
            <a:pPr indent="-73660" lvl="0" marL="171450" rtl="0" algn="l">
              <a:lnSpc>
                <a:spcPct val="120000"/>
              </a:lnSpc>
              <a:spcBef>
                <a:spcPts val="750"/>
              </a:spcBef>
              <a:spcAft>
                <a:spcPts val="0"/>
              </a:spcAft>
              <a:buSzPts val="1540"/>
              <a:buNone/>
            </a:pPr>
            <a:r>
              <a:t/>
            </a:r>
            <a:endParaRPr sz="1400"/>
          </a:p>
          <a:p>
            <a:pPr indent="0" lvl="0" marL="0" rtl="0" algn="l">
              <a:lnSpc>
                <a:spcPct val="120000"/>
              </a:lnSpc>
              <a:spcBef>
                <a:spcPts val="750"/>
              </a:spcBef>
              <a:spcAft>
                <a:spcPts val="0"/>
              </a:spcAft>
              <a:buSzPts val="1540"/>
              <a:buNone/>
            </a:pPr>
            <a:r>
              <a:rPr lang="en-US" sz="1400"/>
              <a:t>What we learned:</a:t>
            </a:r>
            <a:endParaRPr/>
          </a:p>
          <a:p>
            <a:pPr indent="0" lvl="0" marL="0" rtl="0" algn="l">
              <a:lnSpc>
                <a:spcPct val="120000"/>
              </a:lnSpc>
              <a:spcBef>
                <a:spcPts val="750"/>
              </a:spcBef>
              <a:spcAft>
                <a:spcPts val="0"/>
              </a:spcAft>
              <a:buSzPts val="1540"/>
              <a:buNone/>
            </a:pPr>
            <a:r>
              <a:rPr lang="en-US" sz="1400"/>
              <a:t>• ReAct agents can pick their own tools based on the question</a:t>
            </a:r>
            <a:endParaRPr/>
          </a:p>
          <a:p>
            <a:pPr indent="0" lvl="0" marL="0" rtl="0" algn="l">
              <a:lnSpc>
                <a:spcPct val="120000"/>
              </a:lnSpc>
              <a:spcBef>
                <a:spcPts val="750"/>
              </a:spcBef>
              <a:spcAft>
                <a:spcPts val="0"/>
              </a:spcAft>
              <a:buSzPts val="1540"/>
              <a:buNone/>
            </a:pPr>
            <a:r>
              <a:rPr lang="en-US" sz="1400"/>
              <a:t>• RAG with FAISS keeps answers grounded in real data</a:t>
            </a:r>
            <a:endParaRPr/>
          </a:p>
          <a:p>
            <a:pPr indent="0" lvl="0" marL="0" rtl="0" algn="l">
              <a:lnSpc>
                <a:spcPct val="120000"/>
              </a:lnSpc>
              <a:spcBef>
                <a:spcPts val="750"/>
              </a:spcBef>
              <a:spcAft>
                <a:spcPts val="0"/>
              </a:spcAft>
              <a:buSzPts val="1540"/>
              <a:buNone/>
            </a:pPr>
            <a:r>
              <a:rPr lang="en-US" sz="1400"/>
              <a:t>• Memory makes the chatbot feel like an actual conversation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tlas">
  <a:themeElements>
    <a:clrScheme name="Atlas">
      <a:dk1>
        <a:srgbClr val="000000"/>
      </a:dk1>
      <a:lt1>
        <a:srgbClr val="FFFFFF"/>
      </a:lt1>
      <a:dk2>
        <a:srgbClr val="454545"/>
      </a:dk2>
      <a:lt2>
        <a:srgbClr val="E0E0E0"/>
      </a:lt2>
      <a:accent1>
        <a:srgbClr val="F81B02"/>
      </a:accent1>
      <a:accent2>
        <a:srgbClr val="FC7715"/>
      </a:accent2>
      <a:accent3>
        <a:srgbClr val="AFBF41"/>
      </a:accent3>
      <a:accent4>
        <a:srgbClr val="50C49F"/>
      </a:accent4>
      <a:accent5>
        <a:srgbClr val="3B95C4"/>
      </a:accent5>
      <a:accent6>
        <a:srgbClr val="B560D4"/>
      </a:accent6>
      <a:hlink>
        <a:srgbClr val="FC5A1A"/>
      </a:hlink>
      <a:folHlink>
        <a:srgbClr val="B49E7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Atlas">
  <a:themeElements>
    <a:clrScheme name="Atlas">
      <a:dk1>
        <a:srgbClr val="000000"/>
      </a:dk1>
      <a:lt1>
        <a:srgbClr val="FFFFFF"/>
      </a:lt1>
      <a:dk2>
        <a:srgbClr val="454545"/>
      </a:dk2>
      <a:lt2>
        <a:srgbClr val="E0E0E0"/>
      </a:lt2>
      <a:accent1>
        <a:srgbClr val="F81B02"/>
      </a:accent1>
      <a:accent2>
        <a:srgbClr val="FC7715"/>
      </a:accent2>
      <a:accent3>
        <a:srgbClr val="AFBF41"/>
      </a:accent3>
      <a:accent4>
        <a:srgbClr val="50C49F"/>
      </a:accent4>
      <a:accent5>
        <a:srgbClr val="3B95C4"/>
      </a:accent5>
      <a:accent6>
        <a:srgbClr val="B560D4"/>
      </a:accent6>
      <a:hlink>
        <a:srgbClr val="FC5A1A"/>
      </a:hlink>
      <a:folHlink>
        <a:srgbClr val="B49E7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